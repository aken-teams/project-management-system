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4" r:id="rId9"/>
    <p:sldId id="26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438B17-887E-2550-0123-F7174E627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83F4D82-DDB2-4E7A-A846-123D9921C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5EEEF5-5983-43F6-2473-6DBDA36E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83668C-1491-D962-4C98-F7EA6C45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43703D-BDDE-661F-1CB7-16C23D9D2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16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028FCD-5264-529D-5C34-7FAA8C15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22A16E-E170-8FB0-8B4A-54D3AB24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6FB1D8-47F9-792E-4A39-BFD780C32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218563-D9AF-FBB4-2B37-0CE0C6A2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F52214-1924-AAD0-1D38-FF12BC15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698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4B4FF3-6B5A-6743-35B8-A74ACF200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BE9677-21F3-7D33-25C6-A817AFCC3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B0BCFA-EED0-C1A8-3B80-3793F5507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A09780-4B74-EBF4-39D3-05EDCBD5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1E375A-6C17-85B2-122A-BA80D7014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7820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6111B2-23F2-E167-87E3-6CF74DD9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BC23DB-ACF6-AA0E-6CC7-9474D3AC0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25D365C-46E7-795E-35BE-B136E07BF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69219F8-06AB-E8F2-D3A2-4B0EF3D8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C7048A-FB54-D21C-BF63-240542636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323F06-1105-1856-2E95-344E49EC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85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B5AEA-1712-C151-B5A3-0737554FB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931837B-9862-3190-1E1D-1E29893D2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75AAAE-A4BD-1615-D91B-B8F810169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E78F467-973F-7991-340A-347486D23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D730081-8826-6B19-AE3E-2C2F7C2CB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B10D55-1D9D-305C-552F-C57470A38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332800B-97B7-4F59-DCA2-7EF96A339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6D719C3-3669-CE73-2AC2-602A2CC5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315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21DE98-770E-1888-4B6D-19B90D42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023D013-ADDD-E2D7-0D50-2A5D77F1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CCE8399-F1A5-E109-9DA0-D016A08A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9019AB-EAAD-2D84-C1AC-051F6FF6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384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C716310-1D17-0507-8266-45AC74D79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8A2D15D-3CE7-8616-D6F2-1445BDF1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22D0A3-12EF-0FD4-D253-355EB3DB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000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25BE81-81B4-EBA7-5B28-112644D5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4855C2-AEE2-C003-5F15-B3405EDB3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8DBA199-C2DD-6A60-F3E4-259354B46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EEF095-B6FB-733F-0050-B7969DC0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603A79-43A0-82A7-2B59-B91C95022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AD2D2D-AC50-14AF-3988-59C2509EB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221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4F600B-A5BD-0DD8-D8E1-C71CFEFD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999CD73-F32D-9976-B778-3C50E54B6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03140F1-600A-7302-8416-96BC342C6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422DC7-246D-8A65-A417-8FF42035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496173-B823-FA22-284B-43C9D134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ED5FDE-7C9D-7393-092E-56036B342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768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81CD41-A027-F7E6-44CB-2FBA094D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7AF4C6-E314-DAFC-A479-4233FF7BF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0107C9-10AE-6CB7-FEE0-DA72CA59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68CF49-8703-AEE0-9CC4-D5087BF8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F09ED5-20F1-829C-DDD4-3D0A58D43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338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B95E0CA-2099-24CA-C98A-DED94C4A5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3B274EC-4394-EED7-5E9A-6CCB9D6CC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60115B-FB5C-D4A6-69A9-DC4ED131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3043A8-CA41-E238-4926-7B73C30F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59E60B-512C-555C-A226-006E9704F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3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C1EBF8D-E2D7-712D-C68C-926D19ABE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A5EE1C-BA19-B0DB-8AF4-6EF4D87E5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36114A-FECC-E52C-BF85-23171F3A1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14E16-957A-4A35-A466-E00B322C1B48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2C367F-0102-24A9-59A0-1D151CFEA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3CB4F8-5F8D-0077-E2FA-BBAC58C50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E790B-7FE7-44AD-BC06-DDE6CE656B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11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E2469E-BE0F-273A-9A84-3C441F64B7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AI</a:t>
            </a:r>
            <a:r>
              <a:rPr lang="zh-TW" altLang="en-US" dirty="0"/>
              <a:t>專案看板</a:t>
            </a:r>
            <a:r>
              <a:rPr lang="en-US" altLang="zh-TW" dirty="0"/>
              <a:t>-</a:t>
            </a:r>
            <a:r>
              <a:rPr lang="zh-TW" altLang="en-US" dirty="0"/>
              <a:t>問題蒐集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CCF756D-BBBA-F3D2-F700-8B97BBE679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7/21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2203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93E80B-928C-5F9B-A37B-E500638F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更新紀錄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39DAAE3-C5DA-3280-5469-225AD62EC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9747"/>
            <a:ext cx="10515600" cy="2257204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2A863CA-5798-690D-7B5E-E42583879266}"/>
              </a:ext>
            </a:extLst>
          </p:cNvPr>
          <p:cNvSpPr txBox="1"/>
          <p:nvPr/>
        </p:nvSpPr>
        <p:spPr>
          <a:xfrm>
            <a:off x="838200" y="4313381"/>
            <a:ext cx="10855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前次版本只有更新的人才會出現，現在是出現全數成員，請改回有更新的人才顯示（如同前次版本）</a:t>
            </a:r>
          </a:p>
        </p:txBody>
      </p:sp>
    </p:spTree>
    <p:extLst>
      <p:ext uri="{BB962C8B-B14F-4D97-AF65-F5344CB8AC3E}">
        <p14:creationId xmlns:p14="http://schemas.microsoft.com/office/powerpoint/2010/main" val="2682062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BB497-BCC0-0124-C489-72F54CDCB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預算的數字未更新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E5B498-1DFF-895E-BE7E-D8CC52A9F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690688"/>
            <a:ext cx="29892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dirty="0"/>
              <a:t>預算的金額應該為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/>
              <a:t>目前付出／實際採購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/>
              <a:t>目前實際付出的有更新金額，但未顯示</a:t>
            </a:r>
            <a:endParaRPr lang="en-US" altLang="zh-TW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750AE74-EFA9-48C6-EA95-93F4E3BAC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430" y="1468581"/>
            <a:ext cx="8364570" cy="421637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18DC282-BB85-6CAD-2342-E3B81CF9D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61408"/>
            <a:ext cx="12192000" cy="193910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4C5382-F713-7426-7974-F31A4F9A71B2}"/>
              </a:ext>
            </a:extLst>
          </p:cNvPr>
          <p:cNvSpPr/>
          <p:nvPr/>
        </p:nvSpPr>
        <p:spPr>
          <a:xfrm>
            <a:off x="7213600" y="1825625"/>
            <a:ext cx="979055" cy="6681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8D35EE-54D5-2399-97C5-2792A6B0FA2C}"/>
              </a:ext>
            </a:extLst>
          </p:cNvPr>
          <p:cNvSpPr/>
          <p:nvPr/>
        </p:nvSpPr>
        <p:spPr>
          <a:xfrm>
            <a:off x="9388764" y="6243782"/>
            <a:ext cx="1380836" cy="4479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571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BB497-BCC0-0124-C489-72F54CDCB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付款比例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E5B498-1DFF-895E-BE7E-D8CC52A9F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690688"/>
            <a:ext cx="74872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dirty="0"/>
              <a:t>請調整成   該項已付金額</a:t>
            </a:r>
            <a:r>
              <a:rPr lang="en-US" altLang="zh-TW" sz="2000" dirty="0"/>
              <a:t>/</a:t>
            </a:r>
            <a:r>
              <a:rPr lang="zh-TW" altLang="en-US" sz="2000" dirty="0"/>
              <a:t>該項目總金額</a:t>
            </a:r>
            <a:endParaRPr lang="en-US" altLang="zh-TW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18DC282-BB85-6CAD-2342-E3B81CF9D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" y="3429000"/>
            <a:ext cx="12192000" cy="193910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E8D35EE-54D5-2399-97C5-2792A6B0FA2C}"/>
              </a:ext>
            </a:extLst>
          </p:cNvPr>
          <p:cNvSpPr/>
          <p:nvPr/>
        </p:nvSpPr>
        <p:spPr>
          <a:xfrm>
            <a:off x="2027493" y="3857949"/>
            <a:ext cx="2008797" cy="363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255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05CADA-B731-0091-55B4-5D53D864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缺少時程蓋要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37A290-0E69-5644-D1EB-1EFEFFC0D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6/26</a:t>
            </a:r>
            <a:r>
              <a:rPr lang="zh-TW" altLang="en-US" dirty="0"/>
              <a:t>時有提出，第</a:t>
            </a:r>
            <a:r>
              <a:rPr lang="en-US" altLang="zh-TW" dirty="0"/>
              <a:t>4</a:t>
            </a:r>
            <a:r>
              <a:rPr lang="zh-TW" altLang="en-US" dirty="0"/>
              <a:t>點需求，「希望能在專案概覽</a:t>
            </a:r>
            <a:r>
              <a:rPr lang="en-US" altLang="zh-TW" dirty="0"/>
              <a:t>/</a:t>
            </a:r>
            <a:r>
              <a:rPr lang="zh-TW" altLang="en-US" dirty="0"/>
              <a:t>里程碑看到總進度條（目前的呈現會看不出來） 」，缺少此調整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9C2B8B0-09BC-2D3C-C7BD-98E519BFC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" y="4225742"/>
            <a:ext cx="5047817" cy="263225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129DBCE-0126-DDB1-FBAE-081B802B3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009" y="137680"/>
            <a:ext cx="4790230" cy="139974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40D84D6-7BB7-4481-D076-EFC115042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" y="2828092"/>
            <a:ext cx="12192000" cy="120181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A567B2F-F0B7-A5B5-EC8A-4E94D9F26B43}"/>
              </a:ext>
            </a:extLst>
          </p:cNvPr>
          <p:cNvSpPr txBox="1"/>
          <p:nvPr/>
        </p:nvSpPr>
        <p:spPr>
          <a:xfrm>
            <a:off x="8543637" y="4243981"/>
            <a:ext cx="2881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第一行：里程碑的階段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第二行：年份／月份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第三行：</a:t>
            </a:r>
            <a:r>
              <a:rPr lang="en-US" altLang="zh-TW" dirty="0"/>
              <a:t>plan/</a:t>
            </a:r>
            <a:r>
              <a:rPr lang="en-US" altLang="zh-TW" dirty="0" err="1"/>
              <a:t>actul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27997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B19616-AECD-82FC-1DD1-8B90DE26A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上傳檔案會轉圈圈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90840D-93C3-3903-63F4-A1D5CCB63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72200" cy="4351338"/>
          </a:xfrm>
        </p:spPr>
        <p:txBody>
          <a:bodyPr/>
          <a:lstStyle/>
          <a:p>
            <a:r>
              <a:rPr lang="zh-TW" altLang="en-US" dirty="0"/>
              <a:t>檔案很小，約</a:t>
            </a:r>
            <a:r>
              <a:rPr lang="en-US" altLang="zh-TW" dirty="0"/>
              <a:t>3MB</a:t>
            </a:r>
            <a:r>
              <a:rPr lang="zh-TW" altLang="en-US" dirty="0"/>
              <a:t>，上傳轉很久</a:t>
            </a:r>
            <a:endParaRPr lang="en-US" altLang="zh-TW" dirty="0"/>
          </a:p>
          <a:p>
            <a:r>
              <a:rPr lang="zh-TW" altLang="en-US" dirty="0"/>
              <a:t>許多人都有遇到這個問題，上傳檔案大小不一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7BBFD56-96A3-F506-CD77-D43F953EE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526" y="2384782"/>
            <a:ext cx="4995345" cy="433467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A12CDA7-EE40-BD9D-2307-2855058DB58A}"/>
              </a:ext>
            </a:extLst>
          </p:cNvPr>
          <p:cNvSpPr/>
          <p:nvPr/>
        </p:nvSpPr>
        <p:spPr>
          <a:xfrm>
            <a:off x="10723418" y="4978400"/>
            <a:ext cx="729673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720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E62D8-9CF5-BE66-94CF-D66F0EB83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</a:t>
            </a:r>
            <a:r>
              <a:rPr lang="zh-TW" altLang="en-US" dirty="0"/>
              <a:t>上傳的檔案無法打開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CB3C4E4-2BB0-2276-E67A-DDB6D7A5C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6622" y="-24627"/>
            <a:ext cx="5087542" cy="2691288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5E53436-DA0B-6FDA-EF16-CA16382DD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02" y="2401456"/>
            <a:ext cx="4767119" cy="421463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163B667-1D3F-A194-DF81-23D522C148AE}"/>
              </a:ext>
            </a:extLst>
          </p:cNvPr>
          <p:cNvSpPr/>
          <p:nvPr/>
        </p:nvSpPr>
        <p:spPr>
          <a:xfrm>
            <a:off x="2812792" y="5175172"/>
            <a:ext cx="1895475" cy="6000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0BCD7E4-CA07-79DE-0ECD-1E8233FB9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546" y="2401456"/>
            <a:ext cx="4506554" cy="417984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F3C2CCA-560D-E7B2-480C-F39C28AA55A4}"/>
              </a:ext>
            </a:extLst>
          </p:cNvPr>
          <p:cNvSpPr/>
          <p:nvPr/>
        </p:nvSpPr>
        <p:spPr>
          <a:xfrm>
            <a:off x="7049462" y="4191339"/>
            <a:ext cx="1895475" cy="6000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DAB72DC-540E-372D-E22F-6BA5E9E5D0F8}"/>
              </a:ext>
            </a:extLst>
          </p:cNvPr>
          <p:cNvSpPr txBox="1"/>
          <p:nvPr/>
        </p:nvSpPr>
        <p:spPr>
          <a:xfrm>
            <a:off x="32646" y="2017112"/>
            <a:ext cx="5560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</a:rPr>
              <a:t>從我的任務</a:t>
            </a:r>
            <a:r>
              <a:rPr lang="en-US" altLang="zh-TW" dirty="0">
                <a:latin typeface="+mj-ea"/>
                <a:ea typeface="+mj-ea"/>
              </a:rPr>
              <a:t>&gt;&gt;</a:t>
            </a:r>
            <a:r>
              <a:rPr lang="zh-TW" altLang="en-US" dirty="0">
                <a:latin typeface="+mj-ea"/>
                <a:ea typeface="+mj-ea"/>
              </a:rPr>
              <a:t>成員周報</a:t>
            </a:r>
            <a:r>
              <a:rPr lang="en-US" altLang="zh-TW" dirty="0">
                <a:latin typeface="+mj-ea"/>
                <a:ea typeface="+mj-ea"/>
              </a:rPr>
              <a:t>&gt;&gt;</a:t>
            </a:r>
            <a:r>
              <a:rPr lang="zh-TW" altLang="en-US" dirty="0">
                <a:latin typeface="+mj-ea"/>
                <a:ea typeface="+mj-ea"/>
              </a:rPr>
              <a:t>無法查看</a:t>
            </a:r>
            <a:r>
              <a:rPr lang="en-US" altLang="zh-TW" dirty="0">
                <a:latin typeface="+mj-ea"/>
                <a:ea typeface="+mj-ea"/>
              </a:rPr>
              <a:t>R</a:t>
            </a:r>
            <a:r>
              <a:rPr lang="zh-TW" altLang="en-US" dirty="0">
                <a:latin typeface="+mj-ea"/>
                <a:ea typeface="+mj-ea"/>
              </a:rPr>
              <a:t>上傳檔案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0FA5E66-872D-AC4E-AE12-D1CC01B289E6}"/>
              </a:ext>
            </a:extLst>
          </p:cNvPr>
          <p:cNvSpPr txBox="1"/>
          <p:nvPr/>
        </p:nvSpPr>
        <p:spPr>
          <a:xfrm>
            <a:off x="6154190" y="1745453"/>
            <a:ext cx="4929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</a:rPr>
              <a:t>從專案看板</a:t>
            </a:r>
            <a:r>
              <a:rPr lang="en-US" altLang="zh-TW" dirty="0">
                <a:latin typeface="+mj-ea"/>
                <a:ea typeface="+mj-ea"/>
              </a:rPr>
              <a:t>&gt;&gt;</a:t>
            </a:r>
            <a:r>
              <a:rPr lang="zh-TW" altLang="en-US" dirty="0">
                <a:latin typeface="+mj-ea"/>
                <a:ea typeface="+mj-ea"/>
              </a:rPr>
              <a:t>工作項目</a:t>
            </a:r>
            <a:r>
              <a:rPr lang="en-US" altLang="zh-TW" dirty="0">
                <a:latin typeface="+mj-ea"/>
                <a:ea typeface="+mj-ea"/>
              </a:rPr>
              <a:t>&gt;&gt;</a:t>
            </a:r>
            <a:r>
              <a:rPr lang="zh-TW" altLang="en-US" dirty="0">
                <a:latin typeface="+mj-ea"/>
                <a:ea typeface="+mj-ea"/>
              </a:rPr>
              <a:t>撰寫本周周報</a:t>
            </a:r>
            <a:r>
              <a:rPr lang="en-US" altLang="zh-TW" dirty="0">
                <a:latin typeface="+mj-ea"/>
                <a:ea typeface="+mj-ea"/>
              </a:rPr>
              <a:t>&gt;&gt;</a:t>
            </a:r>
            <a:r>
              <a:rPr lang="zh-TW" altLang="en-US" dirty="0">
                <a:latin typeface="+mj-ea"/>
                <a:ea typeface="+mj-ea"/>
              </a:rPr>
              <a:t>無法查看</a:t>
            </a:r>
            <a:r>
              <a:rPr lang="en-US" altLang="zh-TW" dirty="0">
                <a:latin typeface="+mj-ea"/>
                <a:ea typeface="+mj-ea"/>
              </a:rPr>
              <a:t>R</a:t>
            </a:r>
            <a:r>
              <a:rPr lang="zh-TW" altLang="en-US" dirty="0">
                <a:latin typeface="+mj-ea"/>
                <a:ea typeface="+mj-ea"/>
              </a:rPr>
              <a:t>上傳檔案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542D59-9C6F-01BF-E03E-785B14344629}"/>
              </a:ext>
            </a:extLst>
          </p:cNvPr>
          <p:cNvSpPr/>
          <p:nvPr/>
        </p:nvSpPr>
        <p:spPr>
          <a:xfrm>
            <a:off x="6716333" y="708841"/>
            <a:ext cx="3236970" cy="6000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3AE82D6-9BA9-1E72-0506-8654D1C47D8F}"/>
              </a:ext>
            </a:extLst>
          </p:cNvPr>
          <p:cNvCxnSpPr>
            <a:cxnSpLocks/>
          </p:cNvCxnSpPr>
          <p:nvPr/>
        </p:nvCxnSpPr>
        <p:spPr>
          <a:xfrm flipV="1">
            <a:off x="3441667" y="1154546"/>
            <a:ext cx="3274666" cy="39439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77EDBE32-C2D0-4A11-77FC-650621E3F3D1}"/>
              </a:ext>
            </a:extLst>
          </p:cNvPr>
          <p:cNvCxnSpPr/>
          <p:nvPr/>
        </p:nvCxnSpPr>
        <p:spPr>
          <a:xfrm flipV="1">
            <a:off x="8650393" y="1321017"/>
            <a:ext cx="294544" cy="28703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979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6C04EF-A894-6751-B912-DD28DF2E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流程調整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2E136D-A1E2-2A42-7F33-C3A5EBFDF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72" y="1690688"/>
            <a:ext cx="11621655" cy="4351338"/>
          </a:xfrm>
        </p:spPr>
        <p:txBody>
          <a:bodyPr/>
          <a:lstStyle/>
          <a:p>
            <a:r>
              <a:rPr lang="zh-TW" altLang="en-US" dirty="0"/>
              <a:t>我的任務：</a:t>
            </a:r>
            <a:r>
              <a:rPr lang="en-US" altLang="zh-TW" dirty="0"/>
              <a:t>R</a:t>
            </a:r>
            <a:r>
              <a:rPr lang="zh-TW" altLang="en-US" dirty="0"/>
              <a:t>→</a:t>
            </a:r>
            <a:r>
              <a:rPr lang="en-US" altLang="zh-TW" dirty="0"/>
              <a:t>R</a:t>
            </a:r>
            <a:r>
              <a:rPr lang="zh-TW" altLang="en-US" dirty="0"/>
              <a:t>主管審核→通過→</a:t>
            </a:r>
            <a:r>
              <a:rPr lang="en-US" altLang="zh-TW" dirty="0"/>
              <a:t>(1)</a:t>
            </a:r>
            <a:r>
              <a:rPr lang="zh-TW" altLang="en-US" dirty="0"/>
              <a:t>出現在更新紀錄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                                                       →</a:t>
            </a:r>
            <a:r>
              <a:rPr lang="en-US" altLang="zh-TW" dirty="0"/>
              <a:t>(2)</a:t>
            </a:r>
            <a:r>
              <a:rPr lang="zh-TW" altLang="en-US" dirty="0"/>
              <a:t>回報給大</a:t>
            </a:r>
            <a:r>
              <a:rPr lang="en-US" altLang="zh-TW" dirty="0"/>
              <a:t>A</a:t>
            </a:r>
            <a:r>
              <a:rPr lang="zh-TW" altLang="en-US" dirty="0"/>
              <a:t>→確認是否完成</a:t>
            </a:r>
            <a:r>
              <a:rPr lang="en-US" altLang="zh-TW" dirty="0"/>
              <a:t>100%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1EEBE37-C01A-A877-5421-2CEA1F1E1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46" y="2702969"/>
            <a:ext cx="9440141" cy="415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872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97A9B9-D4AB-9EBB-F9D4-8A94D0D8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CD95A0-8741-8EEE-7C7A-EA4F2B8D3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sz="1800" kern="100" dirty="0">
                <a:effectLst/>
                <a:latin typeface="Aptos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錯字：精靈</a:t>
            </a:r>
            <a:endParaRPr lang="zh-TW" altLang="zh-TW" sz="1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0B3AFBD-B7AF-270D-F725-AC2F3CF2A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89" y="2341875"/>
            <a:ext cx="11673349" cy="165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77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246</Words>
  <Application>Microsoft Office PowerPoint</Application>
  <PresentationFormat>寬螢幕</PresentationFormat>
  <Paragraphs>25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佈景主題</vt:lpstr>
      <vt:lpstr>AI專案看板-問題蒐集</vt:lpstr>
      <vt:lpstr>更新紀錄</vt:lpstr>
      <vt:lpstr>預算的數字未更新</vt:lpstr>
      <vt:lpstr>付款比例</vt:lpstr>
      <vt:lpstr>缺少時程蓋要</vt:lpstr>
      <vt:lpstr>上傳檔案會轉圈圈</vt:lpstr>
      <vt:lpstr>R上傳的檔案無法打開</vt:lpstr>
      <vt:lpstr>流程調整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alisonchen 陳宜雯</dc:creator>
  <cp:lastModifiedBy>alisonchen 陳宜雯</cp:lastModifiedBy>
  <cp:revision>9</cp:revision>
  <dcterms:created xsi:type="dcterms:W3CDTF">2026-07-20T06:55:58Z</dcterms:created>
  <dcterms:modified xsi:type="dcterms:W3CDTF">2026-07-21T09:57:30Z</dcterms:modified>
</cp:coreProperties>
</file>