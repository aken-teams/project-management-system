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  <p:sldMasterId id="2147484023" r:id="rId2"/>
    <p:sldMasterId id="2147484043" r:id="rId3"/>
  </p:sldMasterIdLst>
  <p:notesMasterIdLst>
    <p:notesMasterId r:id="rId28"/>
  </p:notesMasterIdLst>
  <p:handoutMasterIdLst>
    <p:handoutMasterId r:id="rId29"/>
  </p:handoutMasterIdLst>
  <p:sldIdLst>
    <p:sldId id="449" r:id="rId4"/>
    <p:sldId id="475" r:id="rId5"/>
    <p:sldId id="474" r:id="rId6"/>
    <p:sldId id="472" r:id="rId7"/>
    <p:sldId id="470" r:id="rId8"/>
    <p:sldId id="467" r:id="rId9"/>
    <p:sldId id="466" r:id="rId10"/>
    <p:sldId id="468" r:id="rId11"/>
    <p:sldId id="469" r:id="rId12"/>
    <p:sldId id="459" r:id="rId13"/>
    <p:sldId id="460" r:id="rId14"/>
    <p:sldId id="461" r:id="rId15"/>
    <p:sldId id="462" r:id="rId16"/>
    <p:sldId id="463" r:id="rId17"/>
    <p:sldId id="464" r:id="rId18"/>
    <p:sldId id="465" r:id="rId19"/>
    <p:sldId id="458" r:id="rId20"/>
    <p:sldId id="453" r:id="rId21"/>
    <p:sldId id="456" r:id="rId22"/>
    <p:sldId id="450" r:id="rId23"/>
    <p:sldId id="454" r:id="rId24"/>
    <p:sldId id="455" r:id="rId25"/>
    <p:sldId id="457" r:id="rId26"/>
    <p:sldId id="272" r:id="rId27"/>
  </p:sldIdLst>
  <p:sldSz cx="12192000" cy="6858000"/>
  <p:notesSz cx="6807200" cy="9939338"/>
  <p:defaultTextStyle>
    <a:defPPr>
      <a:defRPr lang="zh-TW"/>
    </a:defPPr>
    <a:lvl1pPr algn="l" defTabSz="912813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D6B6EA6-567B-48B4-A867-B6651BE9731B}">
          <p14:sldIdLst>
            <p14:sldId id="449"/>
            <p14:sldId id="475"/>
            <p14:sldId id="474"/>
            <p14:sldId id="472"/>
            <p14:sldId id="470"/>
            <p14:sldId id="467"/>
            <p14:sldId id="466"/>
            <p14:sldId id="468"/>
            <p14:sldId id="469"/>
            <p14:sldId id="459"/>
            <p14:sldId id="460"/>
            <p14:sldId id="461"/>
            <p14:sldId id="462"/>
            <p14:sldId id="463"/>
            <p14:sldId id="464"/>
            <p14:sldId id="465"/>
            <p14:sldId id="458"/>
            <p14:sldId id="453"/>
            <p14:sldId id="456"/>
            <p14:sldId id="450"/>
            <p14:sldId id="454"/>
            <p14:sldId id="455"/>
            <p14:sldId id="457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04">
          <p15:clr>
            <a:srgbClr val="A4A3A4"/>
          </p15:clr>
        </p15:guide>
        <p15:guide id="2" pos="42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yHsieh 謝文介" initials="J謝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5C1"/>
    <a:srgbClr val="FFFF99"/>
    <a:srgbClr val="FDEADA"/>
    <a:srgbClr val="75AF79"/>
    <a:srgbClr val="497DB1"/>
    <a:srgbClr val="E3C26F"/>
    <a:srgbClr val="DCE6F2"/>
    <a:srgbClr val="9D93BB"/>
    <a:srgbClr val="EA9E9E"/>
    <a:srgbClr val="609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90" autoAdjust="0"/>
  </p:normalViewPr>
  <p:slideViewPr>
    <p:cSldViewPr>
      <p:cViewPr varScale="1">
        <p:scale>
          <a:sx n="71" d="100"/>
          <a:sy n="71" d="100"/>
        </p:scale>
        <p:origin x="1138" y="283"/>
      </p:cViewPr>
      <p:guideLst>
        <p:guide orient="horz" pos="3804"/>
        <p:guide pos="422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3379" y="62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commentAuthors" Target="commentAuthor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9EC7035-079B-4838-BBB5-87CF5BA94138}" type="datetimeFigureOut">
              <a:rPr lang="zh-TW" altLang="en-US"/>
              <a:pPr>
                <a:defRPr/>
              </a:pPr>
              <a:t>2026/3/10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791C9A6-040B-499C-AA6B-1AC43502E02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4342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3E1B883-2777-4481-A945-466984FF5E52}" type="datetimeFigureOut">
              <a:rPr lang="zh-TW" altLang="en-US"/>
              <a:pPr>
                <a:defRPr/>
              </a:pPr>
              <a:t>2026/3/10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4342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6A72273-97F5-4C17-B174-2D8C0322A04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新細明體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TW" altLang="en-US" b="1" dirty="0"/>
              <a:t>標題字型</a:t>
            </a:r>
            <a:r>
              <a:rPr lang="en-US" altLang="zh-TW" b="1" dirty="0"/>
              <a:t>Title Font</a:t>
            </a:r>
          </a:p>
          <a:p>
            <a:r>
              <a:rPr lang="en-US" altLang="zh-TW" dirty="0"/>
              <a:t>English: Calibri </a:t>
            </a:r>
            <a:r>
              <a:rPr lang="zh-TW" altLang="en-US" dirty="0"/>
              <a:t> </a:t>
            </a:r>
            <a:r>
              <a:rPr lang="en-US" altLang="zh-TW" dirty="0"/>
              <a:t>/ 40 </a:t>
            </a:r>
            <a:r>
              <a:rPr lang="zh-TW" altLang="en-US" dirty="0"/>
              <a:t>粗體</a:t>
            </a:r>
            <a:r>
              <a:rPr lang="en-US" altLang="zh-TW" dirty="0"/>
              <a:t>(</a:t>
            </a:r>
            <a:r>
              <a:rPr lang="en-US" altLang="zh-TW" b="1" dirty="0"/>
              <a:t>B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中文</a:t>
            </a:r>
            <a:r>
              <a:rPr lang="en-US" altLang="zh-TW" dirty="0"/>
              <a:t>:</a:t>
            </a:r>
            <a:r>
              <a:rPr lang="zh-TW" altLang="en-US" dirty="0"/>
              <a:t> 微軟正黑體 </a:t>
            </a:r>
            <a:r>
              <a:rPr lang="en-US" altLang="zh-TW" dirty="0"/>
              <a:t>/ 40</a:t>
            </a:r>
            <a:r>
              <a:rPr lang="zh-TW" altLang="en-US" dirty="0"/>
              <a:t> 粗體</a:t>
            </a:r>
            <a:r>
              <a:rPr lang="en-US" altLang="zh-TW" dirty="0"/>
              <a:t>(</a:t>
            </a:r>
            <a:r>
              <a:rPr lang="en-US" altLang="zh-TW" b="1" dirty="0"/>
              <a:t>B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顏色</a:t>
            </a:r>
            <a:r>
              <a:rPr lang="en-US" altLang="zh-TW" dirty="0"/>
              <a:t>Color:</a:t>
            </a:r>
            <a:r>
              <a:rPr lang="zh-TW" altLang="en-US" dirty="0"/>
              <a:t> </a:t>
            </a:r>
            <a:r>
              <a:rPr lang="en-US" altLang="zh-TW" dirty="0"/>
              <a:t>R_0 / G_117 / B194</a:t>
            </a:r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554C260-0CBE-4573-92E4-DE510936C730}" type="slidenum">
              <a:rPr kumimoji="0" lang="zh-TW" altLang="en-US" smtClean="0">
                <a:latin typeface="Calibri" panose="020F0502020204030204" pitchFamily="34" charset="0"/>
              </a:rPr>
              <a:pPr/>
              <a:t>1</a:t>
            </a:fld>
            <a:endParaRPr kumimoji="0"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240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6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9920FE5-3045-4948-98EA-6F8CB2446741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A2AA7-4785-43FF-86CE-64A1DAFB4F08}" type="datetime1">
              <a:rPr lang="zh-TW" altLang="en-US"/>
              <a:pPr>
                <a:defRPr/>
              </a:pPr>
              <a:t>2026/3/10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49966-9FE4-4A57-A7E9-80C613A392F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3884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2025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Q1, 2026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版面配置區 2"/>
          <p:cNvSpPr>
            <a:spLocks noGrp="1"/>
          </p:cNvSpPr>
          <p:nvPr>
            <p:ph idx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4" y="90010"/>
            <a:ext cx="9250258" cy="728700"/>
          </a:xfrm>
        </p:spPr>
        <p:txBody>
          <a:bodyPr/>
          <a:lstStyle>
            <a:lvl1pPr algn="l">
              <a:defRPr sz="4000" b="1">
                <a:solidFill>
                  <a:srgbClr val="0075C2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247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3;p16"/>
          <p:cNvSpPr/>
          <p:nvPr userDrawn="1"/>
        </p:nvSpPr>
        <p:spPr>
          <a:xfrm rot="9911247">
            <a:off x="5796412" y="-2741723"/>
            <a:ext cx="5156265" cy="3559925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6811 w 49255"/>
              <a:gd name="connsiteY13" fmla="*/ 2041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8730 w 49255"/>
              <a:gd name="connsiteY13" fmla="*/ 1816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046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202" y="8209"/>
                  <a:pt x="49026" y="6258"/>
                </a:cubicBezTo>
                <a:cubicBezTo>
                  <a:pt x="48850" y="4307"/>
                  <a:pt x="47955" y="4074"/>
                  <a:pt x="46032" y="2978"/>
                </a:cubicBezTo>
                <a:cubicBezTo>
                  <a:pt x="43667" y="2268"/>
                  <a:pt x="41968" y="1881"/>
                  <a:pt x="38730" y="1816"/>
                </a:cubicBezTo>
                <a:cubicBezTo>
                  <a:pt x="38080" y="1816"/>
                  <a:pt x="37538" y="1820"/>
                  <a:pt x="35053" y="2005"/>
                </a:cubicBezTo>
                <a:cubicBezTo>
                  <a:pt x="32568" y="2190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chemeClr val="bg1">
              <a:lumMod val="75000"/>
              <a:alpha val="3019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3;p16"/>
          <p:cNvSpPr/>
          <p:nvPr userDrawn="1"/>
        </p:nvSpPr>
        <p:spPr>
          <a:xfrm rot="18980374">
            <a:off x="8636052" y="1665895"/>
            <a:ext cx="6100548" cy="4758729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189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687" y="9039"/>
                  <a:pt x="49026" y="6258"/>
                </a:cubicBezTo>
                <a:cubicBezTo>
                  <a:pt x="48081" y="2262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chemeClr val="bg1">
              <a:lumMod val="75000"/>
              <a:alpha val="3019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矩形 14"/>
          <p:cNvSpPr/>
          <p:nvPr userDrawn="1"/>
        </p:nvSpPr>
        <p:spPr>
          <a:xfrm>
            <a:off x="9148738" y="3023955"/>
            <a:ext cx="4553107" cy="4553107"/>
          </a:xfrm>
          <a:prstGeom prst="rect">
            <a:avLst/>
          </a:prstGeom>
          <a:blipFill dpi="0" rotWithShape="1">
            <a:blip r:embed="rId2">
              <a:alphaModFix amt="70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  <a14:imgEffect>
                        <a14:colorTemperature colorTemp="5366"/>
                      </a14:imgEffect>
                      <a14:imgEffect>
                        <a14:saturation sat="0"/>
                      </a14:imgEffect>
                      <a14:imgEffect>
                        <a14:brightnessContrast bright="13000" contrast="-21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133;p16"/>
          <p:cNvSpPr/>
          <p:nvPr userDrawn="1"/>
        </p:nvSpPr>
        <p:spPr>
          <a:xfrm rot="690629">
            <a:off x="-1335200" y="3118129"/>
            <a:ext cx="6131305" cy="4195484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50"/>
              <a:gd name="connsiteY0" fmla="*/ 3 h 23334"/>
              <a:gd name="connsiteX1" fmla="*/ 5056 w 49150"/>
              <a:gd name="connsiteY1" fmla="*/ 1434 h 23334"/>
              <a:gd name="connsiteX2" fmla="*/ 81 w 49150"/>
              <a:gd name="connsiteY2" fmla="*/ 9362 h 23334"/>
              <a:gd name="connsiteX3" fmla="*/ 6212 w 49150"/>
              <a:gd name="connsiteY3" fmla="*/ 15285 h 23334"/>
              <a:gd name="connsiteX4" fmla="*/ 13023 w 49150"/>
              <a:gd name="connsiteY4" fmla="*/ 16862 h 23334"/>
              <a:gd name="connsiteX5" fmla="*/ 19095 w 49150"/>
              <a:gd name="connsiteY5" fmla="*/ 19465 h 23334"/>
              <a:gd name="connsiteX6" fmla="*/ 28005 w 49150"/>
              <a:gd name="connsiteY6" fmla="*/ 22132 h 23334"/>
              <a:gd name="connsiteX7" fmla="*/ 40235 w 49150"/>
              <a:gd name="connsiteY7" fmla="*/ 21544 h 23334"/>
              <a:gd name="connsiteX8" fmla="*/ 44850 w 49150"/>
              <a:gd name="connsiteY8" fmla="*/ 23114 h 23334"/>
              <a:gd name="connsiteX9" fmla="*/ 46475 w 49150"/>
              <a:gd name="connsiteY9" fmla="*/ 15919 h 23334"/>
              <a:gd name="connsiteX10" fmla="*/ 47091 w 49150"/>
              <a:gd name="connsiteY10" fmla="*/ 14684 h 23334"/>
              <a:gd name="connsiteX11" fmla="*/ 49026 w 49150"/>
              <a:gd name="connsiteY11" fmla="*/ 6258 h 23334"/>
              <a:gd name="connsiteX12" fmla="*/ 38354 w 49150"/>
              <a:gd name="connsiteY12" fmla="*/ 2038 h 23334"/>
              <a:gd name="connsiteX13" fmla="*/ 36811 w 49150"/>
              <a:gd name="connsiteY13" fmla="*/ 2041 h 23334"/>
              <a:gd name="connsiteX14" fmla="*/ 35053 w 49150"/>
              <a:gd name="connsiteY14" fmla="*/ 2005 h 23334"/>
              <a:gd name="connsiteX15" fmla="*/ 23821 w 49150"/>
              <a:gd name="connsiteY15" fmla="*/ 2926 h 23334"/>
              <a:gd name="connsiteX16" fmla="*/ 20936 w 49150"/>
              <a:gd name="connsiteY16" fmla="*/ 2681 h 23334"/>
              <a:gd name="connsiteX17" fmla="*/ 18399 w 49150"/>
              <a:gd name="connsiteY17" fmla="*/ 1938 h 23334"/>
              <a:gd name="connsiteX18" fmla="*/ 16228 w 49150"/>
              <a:gd name="connsiteY18" fmla="*/ 901 h 23334"/>
              <a:gd name="connsiteX19" fmla="*/ 13038 w 49150"/>
              <a:gd name="connsiteY19" fmla="*/ 3 h 23334"/>
              <a:gd name="connsiteX0" fmla="*/ 13038 w 49404"/>
              <a:gd name="connsiteY0" fmla="*/ 3 h 23334"/>
              <a:gd name="connsiteX1" fmla="*/ 5056 w 49404"/>
              <a:gd name="connsiteY1" fmla="*/ 1434 h 23334"/>
              <a:gd name="connsiteX2" fmla="*/ 81 w 49404"/>
              <a:gd name="connsiteY2" fmla="*/ 9362 h 23334"/>
              <a:gd name="connsiteX3" fmla="*/ 6212 w 49404"/>
              <a:gd name="connsiteY3" fmla="*/ 15285 h 23334"/>
              <a:gd name="connsiteX4" fmla="*/ 13023 w 49404"/>
              <a:gd name="connsiteY4" fmla="*/ 16862 h 23334"/>
              <a:gd name="connsiteX5" fmla="*/ 19095 w 49404"/>
              <a:gd name="connsiteY5" fmla="*/ 19465 h 23334"/>
              <a:gd name="connsiteX6" fmla="*/ 28005 w 49404"/>
              <a:gd name="connsiteY6" fmla="*/ 22132 h 23334"/>
              <a:gd name="connsiteX7" fmla="*/ 40235 w 49404"/>
              <a:gd name="connsiteY7" fmla="*/ 21544 h 23334"/>
              <a:gd name="connsiteX8" fmla="*/ 44850 w 49404"/>
              <a:gd name="connsiteY8" fmla="*/ 23114 h 23334"/>
              <a:gd name="connsiteX9" fmla="*/ 46475 w 49404"/>
              <a:gd name="connsiteY9" fmla="*/ 15919 h 23334"/>
              <a:gd name="connsiteX10" fmla="*/ 46962 w 49404"/>
              <a:gd name="connsiteY10" fmla="*/ 14673 h 23334"/>
              <a:gd name="connsiteX11" fmla="*/ 49026 w 49404"/>
              <a:gd name="connsiteY11" fmla="*/ 6258 h 23334"/>
              <a:gd name="connsiteX12" fmla="*/ 38354 w 49404"/>
              <a:gd name="connsiteY12" fmla="*/ 2038 h 23334"/>
              <a:gd name="connsiteX13" fmla="*/ 36811 w 49404"/>
              <a:gd name="connsiteY13" fmla="*/ 2041 h 23334"/>
              <a:gd name="connsiteX14" fmla="*/ 35053 w 49404"/>
              <a:gd name="connsiteY14" fmla="*/ 2005 h 23334"/>
              <a:gd name="connsiteX15" fmla="*/ 23821 w 49404"/>
              <a:gd name="connsiteY15" fmla="*/ 2926 h 23334"/>
              <a:gd name="connsiteX16" fmla="*/ 20936 w 49404"/>
              <a:gd name="connsiteY16" fmla="*/ 2681 h 23334"/>
              <a:gd name="connsiteX17" fmla="*/ 18399 w 49404"/>
              <a:gd name="connsiteY17" fmla="*/ 1938 h 23334"/>
              <a:gd name="connsiteX18" fmla="*/ 16228 w 49404"/>
              <a:gd name="connsiteY18" fmla="*/ 901 h 23334"/>
              <a:gd name="connsiteX19" fmla="*/ 13038 w 49404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8"/>
              <a:gd name="connsiteY0" fmla="*/ 3 h 23326"/>
              <a:gd name="connsiteX1" fmla="*/ 5056 w 49418"/>
              <a:gd name="connsiteY1" fmla="*/ 1434 h 23326"/>
              <a:gd name="connsiteX2" fmla="*/ 81 w 49418"/>
              <a:gd name="connsiteY2" fmla="*/ 9362 h 23326"/>
              <a:gd name="connsiteX3" fmla="*/ 6212 w 49418"/>
              <a:gd name="connsiteY3" fmla="*/ 15285 h 23326"/>
              <a:gd name="connsiteX4" fmla="*/ 13023 w 49418"/>
              <a:gd name="connsiteY4" fmla="*/ 16862 h 23326"/>
              <a:gd name="connsiteX5" fmla="*/ 19095 w 49418"/>
              <a:gd name="connsiteY5" fmla="*/ 19465 h 23326"/>
              <a:gd name="connsiteX6" fmla="*/ 28005 w 49418"/>
              <a:gd name="connsiteY6" fmla="*/ 22132 h 23326"/>
              <a:gd name="connsiteX7" fmla="*/ 40235 w 49418"/>
              <a:gd name="connsiteY7" fmla="*/ 21544 h 23326"/>
              <a:gd name="connsiteX8" fmla="*/ 44850 w 49418"/>
              <a:gd name="connsiteY8" fmla="*/ 23114 h 23326"/>
              <a:gd name="connsiteX9" fmla="*/ 46556 w 49418"/>
              <a:gd name="connsiteY9" fmla="*/ 16052 h 23326"/>
              <a:gd name="connsiteX10" fmla="*/ 47058 w 49418"/>
              <a:gd name="connsiteY10" fmla="*/ 14573 h 23326"/>
              <a:gd name="connsiteX11" fmla="*/ 49026 w 49418"/>
              <a:gd name="connsiteY11" fmla="*/ 6258 h 23326"/>
              <a:gd name="connsiteX12" fmla="*/ 38354 w 49418"/>
              <a:gd name="connsiteY12" fmla="*/ 2038 h 23326"/>
              <a:gd name="connsiteX13" fmla="*/ 36811 w 49418"/>
              <a:gd name="connsiteY13" fmla="*/ 2041 h 23326"/>
              <a:gd name="connsiteX14" fmla="*/ 35053 w 49418"/>
              <a:gd name="connsiteY14" fmla="*/ 2005 h 23326"/>
              <a:gd name="connsiteX15" fmla="*/ 23821 w 49418"/>
              <a:gd name="connsiteY15" fmla="*/ 2926 h 23326"/>
              <a:gd name="connsiteX16" fmla="*/ 20936 w 49418"/>
              <a:gd name="connsiteY16" fmla="*/ 2681 h 23326"/>
              <a:gd name="connsiteX17" fmla="*/ 18399 w 49418"/>
              <a:gd name="connsiteY17" fmla="*/ 1938 h 23326"/>
              <a:gd name="connsiteX18" fmla="*/ 16228 w 49418"/>
              <a:gd name="connsiteY18" fmla="*/ 901 h 23326"/>
              <a:gd name="connsiteX19" fmla="*/ 13038 w 49418"/>
              <a:gd name="connsiteY19" fmla="*/ 3 h 23326"/>
              <a:gd name="connsiteX0" fmla="*/ 13038 w 49437"/>
              <a:gd name="connsiteY0" fmla="*/ 3 h 23326"/>
              <a:gd name="connsiteX1" fmla="*/ 5056 w 49437"/>
              <a:gd name="connsiteY1" fmla="*/ 1434 h 23326"/>
              <a:gd name="connsiteX2" fmla="*/ 81 w 49437"/>
              <a:gd name="connsiteY2" fmla="*/ 9362 h 23326"/>
              <a:gd name="connsiteX3" fmla="*/ 6212 w 49437"/>
              <a:gd name="connsiteY3" fmla="*/ 15285 h 23326"/>
              <a:gd name="connsiteX4" fmla="*/ 13023 w 49437"/>
              <a:gd name="connsiteY4" fmla="*/ 16862 h 23326"/>
              <a:gd name="connsiteX5" fmla="*/ 19095 w 49437"/>
              <a:gd name="connsiteY5" fmla="*/ 19465 h 23326"/>
              <a:gd name="connsiteX6" fmla="*/ 28005 w 49437"/>
              <a:gd name="connsiteY6" fmla="*/ 22132 h 23326"/>
              <a:gd name="connsiteX7" fmla="*/ 40235 w 49437"/>
              <a:gd name="connsiteY7" fmla="*/ 21544 h 23326"/>
              <a:gd name="connsiteX8" fmla="*/ 44850 w 49437"/>
              <a:gd name="connsiteY8" fmla="*/ 23114 h 23326"/>
              <a:gd name="connsiteX9" fmla="*/ 46556 w 49437"/>
              <a:gd name="connsiteY9" fmla="*/ 16052 h 23326"/>
              <a:gd name="connsiteX10" fmla="*/ 47058 w 49437"/>
              <a:gd name="connsiteY10" fmla="*/ 14573 h 23326"/>
              <a:gd name="connsiteX11" fmla="*/ 49026 w 49437"/>
              <a:gd name="connsiteY11" fmla="*/ 6258 h 23326"/>
              <a:gd name="connsiteX12" fmla="*/ 38354 w 49437"/>
              <a:gd name="connsiteY12" fmla="*/ 2038 h 23326"/>
              <a:gd name="connsiteX13" fmla="*/ 36811 w 49437"/>
              <a:gd name="connsiteY13" fmla="*/ 2041 h 23326"/>
              <a:gd name="connsiteX14" fmla="*/ 35053 w 49437"/>
              <a:gd name="connsiteY14" fmla="*/ 2005 h 23326"/>
              <a:gd name="connsiteX15" fmla="*/ 23821 w 49437"/>
              <a:gd name="connsiteY15" fmla="*/ 2926 h 23326"/>
              <a:gd name="connsiteX16" fmla="*/ 20936 w 49437"/>
              <a:gd name="connsiteY16" fmla="*/ 2681 h 23326"/>
              <a:gd name="connsiteX17" fmla="*/ 18399 w 49437"/>
              <a:gd name="connsiteY17" fmla="*/ 1938 h 23326"/>
              <a:gd name="connsiteX18" fmla="*/ 16228 w 49437"/>
              <a:gd name="connsiteY18" fmla="*/ 901 h 23326"/>
              <a:gd name="connsiteX19" fmla="*/ 13038 w 49437"/>
              <a:gd name="connsiteY19" fmla="*/ 3 h 2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37" h="23326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797" y="24029"/>
                  <a:pt x="44850" y="23114"/>
                </a:cubicBezTo>
                <a:cubicBezTo>
                  <a:pt x="45903" y="22199"/>
                  <a:pt x="46051" y="17433"/>
                  <a:pt x="46556" y="16052"/>
                </a:cubicBezTo>
                <a:cubicBezTo>
                  <a:pt x="47085" y="14606"/>
                  <a:pt x="46475" y="16152"/>
                  <a:pt x="47058" y="14573"/>
                </a:cubicBezTo>
                <a:cubicBezTo>
                  <a:pt x="47671" y="12913"/>
                  <a:pt x="50477" y="8347"/>
                  <a:pt x="49026" y="6258"/>
                </a:cubicBezTo>
                <a:cubicBezTo>
                  <a:pt x="47575" y="4169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chemeClr val="bg1">
              <a:lumMod val="75000"/>
              <a:alpha val="3019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Q4, 2022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 userDrawn="1"/>
        </p:nvSpPr>
        <p:spPr>
          <a:xfrm rot="20454787">
            <a:off x="9012521" y="4405860"/>
            <a:ext cx="1596508" cy="1596508"/>
          </a:xfrm>
          <a:prstGeom prst="rect">
            <a:avLst/>
          </a:prstGeom>
          <a:blipFill dpi="0" rotWithShape="1">
            <a:blip r:embed="rId5">
              <a:alphaModFix amt="70000"/>
              <a:grayscl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Texturizer/>
                      </a14:imgEffect>
                      <a14:imgEffect>
                        <a14:sharpenSoften amount="17000"/>
                      </a14:imgEffect>
                      <a14:imgEffect>
                        <a14:saturation sat="0"/>
                      </a14:imgEffect>
                      <a14:imgEffect>
                        <a14:brightnessContrast bright="3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973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3;p16"/>
          <p:cNvSpPr/>
          <p:nvPr userDrawn="1"/>
        </p:nvSpPr>
        <p:spPr>
          <a:xfrm rot="9911247">
            <a:off x="5796412" y="-2741723"/>
            <a:ext cx="5156265" cy="3559925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6811 w 49255"/>
              <a:gd name="connsiteY13" fmla="*/ 2041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8730 w 49255"/>
              <a:gd name="connsiteY13" fmla="*/ 1816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046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202" y="8209"/>
                  <a:pt x="49026" y="6258"/>
                </a:cubicBezTo>
                <a:cubicBezTo>
                  <a:pt x="48850" y="4307"/>
                  <a:pt x="47955" y="4074"/>
                  <a:pt x="46032" y="2978"/>
                </a:cubicBezTo>
                <a:cubicBezTo>
                  <a:pt x="43667" y="2268"/>
                  <a:pt x="41968" y="1881"/>
                  <a:pt x="38730" y="1816"/>
                </a:cubicBezTo>
                <a:cubicBezTo>
                  <a:pt x="38080" y="1816"/>
                  <a:pt x="37538" y="1820"/>
                  <a:pt x="35053" y="2005"/>
                </a:cubicBezTo>
                <a:cubicBezTo>
                  <a:pt x="32568" y="2190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chemeClr val="bg1">
              <a:lumMod val="75000"/>
              <a:alpha val="3019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3;p16"/>
          <p:cNvSpPr/>
          <p:nvPr userDrawn="1"/>
        </p:nvSpPr>
        <p:spPr>
          <a:xfrm rot="18980374">
            <a:off x="8636052" y="1665895"/>
            <a:ext cx="6100548" cy="4758729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189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687" y="9039"/>
                  <a:pt x="49026" y="6258"/>
                </a:cubicBezTo>
                <a:cubicBezTo>
                  <a:pt x="48081" y="2262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chemeClr val="bg1">
              <a:lumMod val="75000"/>
              <a:alpha val="3019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矩形 14"/>
          <p:cNvSpPr/>
          <p:nvPr userDrawn="1"/>
        </p:nvSpPr>
        <p:spPr>
          <a:xfrm>
            <a:off x="9148738" y="3023955"/>
            <a:ext cx="4553107" cy="4553107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133;p16"/>
          <p:cNvSpPr/>
          <p:nvPr userDrawn="1"/>
        </p:nvSpPr>
        <p:spPr>
          <a:xfrm rot="690629">
            <a:off x="-1335200" y="3118129"/>
            <a:ext cx="6131305" cy="4195484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50"/>
              <a:gd name="connsiteY0" fmla="*/ 3 h 23334"/>
              <a:gd name="connsiteX1" fmla="*/ 5056 w 49150"/>
              <a:gd name="connsiteY1" fmla="*/ 1434 h 23334"/>
              <a:gd name="connsiteX2" fmla="*/ 81 w 49150"/>
              <a:gd name="connsiteY2" fmla="*/ 9362 h 23334"/>
              <a:gd name="connsiteX3" fmla="*/ 6212 w 49150"/>
              <a:gd name="connsiteY3" fmla="*/ 15285 h 23334"/>
              <a:gd name="connsiteX4" fmla="*/ 13023 w 49150"/>
              <a:gd name="connsiteY4" fmla="*/ 16862 h 23334"/>
              <a:gd name="connsiteX5" fmla="*/ 19095 w 49150"/>
              <a:gd name="connsiteY5" fmla="*/ 19465 h 23334"/>
              <a:gd name="connsiteX6" fmla="*/ 28005 w 49150"/>
              <a:gd name="connsiteY6" fmla="*/ 22132 h 23334"/>
              <a:gd name="connsiteX7" fmla="*/ 40235 w 49150"/>
              <a:gd name="connsiteY7" fmla="*/ 21544 h 23334"/>
              <a:gd name="connsiteX8" fmla="*/ 44850 w 49150"/>
              <a:gd name="connsiteY8" fmla="*/ 23114 h 23334"/>
              <a:gd name="connsiteX9" fmla="*/ 46475 w 49150"/>
              <a:gd name="connsiteY9" fmla="*/ 15919 h 23334"/>
              <a:gd name="connsiteX10" fmla="*/ 47091 w 49150"/>
              <a:gd name="connsiteY10" fmla="*/ 14684 h 23334"/>
              <a:gd name="connsiteX11" fmla="*/ 49026 w 49150"/>
              <a:gd name="connsiteY11" fmla="*/ 6258 h 23334"/>
              <a:gd name="connsiteX12" fmla="*/ 38354 w 49150"/>
              <a:gd name="connsiteY12" fmla="*/ 2038 h 23334"/>
              <a:gd name="connsiteX13" fmla="*/ 36811 w 49150"/>
              <a:gd name="connsiteY13" fmla="*/ 2041 h 23334"/>
              <a:gd name="connsiteX14" fmla="*/ 35053 w 49150"/>
              <a:gd name="connsiteY14" fmla="*/ 2005 h 23334"/>
              <a:gd name="connsiteX15" fmla="*/ 23821 w 49150"/>
              <a:gd name="connsiteY15" fmla="*/ 2926 h 23334"/>
              <a:gd name="connsiteX16" fmla="*/ 20936 w 49150"/>
              <a:gd name="connsiteY16" fmla="*/ 2681 h 23334"/>
              <a:gd name="connsiteX17" fmla="*/ 18399 w 49150"/>
              <a:gd name="connsiteY17" fmla="*/ 1938 h 23334"/>
              <a:gd name="connsiteX18" fmla="*/ 16228 w 49150"/>
              <a:gd name="connsiteY18" fmla="*/ 901 h 23334"/>
              <a:gd name="connsiteX19" fmla="*/ 13038 w 49150"/>
              <a:gd name="connsiteY19" fmla="*/ 3 h 23334"/>
              <a:gd name="connsiteX0" fmla="*/ 13038 w 49404"/>
              <a:gd name="connsiteY0" fmla="*/ 3 h 23334"/>
              <a:gd name="connsiteX1" fmla="*/ 5056 w 49404"/>
              <a:gd name="connsiteY1" fmla="*/ 1434 h 23334"/>
              <a:gd name="connsiteX2" fmla="*/ 81 w 49404"/>
              <a:gd name="connsiteY2" fmla="*/ 9362 h 23334"/>
              <a:gd name="connsiteX3" fmla="*/ 6212 w 49404"/>
              <a:gd name="connsiteY3" fmla="*/ 15285 h 23334"/>
              <a:gd name="connsiteX4" fmla="*/ 13023 w 49404"/>
              <a:gd name="connsiteY4" fmla="*/ 16862 h 23334"/>
              <a:gd name="connsiteX5" fmla="*/ 19095 w 49404"/>
              <a:gd name="connsiteY5" fmla="*/ 19465 h 23334"/>
              <a:gd name="connsiteX6" fmla="*/ 28005 w 49404"/>
              <a:gd name="connsiteY6" fmla="*/ 22132 h 23334"/>
              <a:gd name="connsiteX7" fmla="*/ 40235 w 49404"/>
              <a:gd name="connsiteY7" fmla="*/ 21544 h 23334"/>
              <a:gd name="connsiteX8" fmla="*/ 44850 w 49404"/>
              <a:gd name="connsiteY8" fmla="*/ 23114 h 23334"/>
              <a:gd name="connsiteX9" fmla="*/ 46475 w 49404"/>
              <a:gd name="connsiteY9" fmla="*/ 15919 h 23334"/>
              <a:gd name="connsiteX10" fmla="*/ 46962 w 49404"/>
              <a:gd name="connsiteY10" fmla="*/ 14673 h 23334"/>
              <a:gd name="connsiteX11" fmla="*/ 49026 w 49404"/>
              <a:gd name="connsiteY11" fmla="*/ 6258 h 23334"/>
              <a:gd name="connsiteX12" fmla="*/ 38354 w 49404"/>
              <a:gd name="connsiteY12" fmla="*/ 2038 h 23334"/>
              <a:gd name="connsiteX13" fmla="*/ 36811 w 49404"/>
              <a:gd name="connsiteY13" fmla="*/ 2041 h 23334"/>
              <a:gd name="connsiteX14" fmla="*/ 35053 w 49404"/>
              <a:gd name="connsiteY14" fmla="*/ 2005 h 23334"/>
              <a:gd name="connsiteX15" fmla="*/ 23821 w 49404"/>
              <a:gd name="connsiteY15" fmla="*/ 2926 h 23334"/>
              <a:gd name="connsiteX16" fmla="*/ 20936 w 49404"/>
              <a:gd name="connsiteY16" fmla="*/ 2681 h 23334"/>
              <a:gd name="connsiteX17" fmla="*/ 18399 w 49404"/>
              <a:gd name="connsiteY17" fmla="*/ 1938 h 23334"/>
              <a:gd name="connsiteX18" fmla="*/ 16228 w 49404"/>
              <a:gd name="connsiteY18" fmla="*/ 901 h 23334"/>
              <a:gd name="connsiteX19" fmla="*/ 13038 w 49404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8"/>
              <a:gd name="connsiteY0" fmla="*/ 3 h 23326"/>
              <a:gd name="connsiteX1" fmla="*/ 5056 w 49418"/>
              <a:gd name="connsiteY1" fmla="*/ 1434 h 23326"/>
              <a:gd name="connsiteX2" fmla="*/ 81 w 49418"/>
              <a:gd name="connsiteY2" fmla="*/ 9362 h 23326"/>
              <a:gd name="connsiteX3" fmla="*/ 6212 w 49418"/>
              <a:gd name="connsiteY3" fmla="*/ 15285 h 23326"/>
              <a:gd name="connsiteX4" fmla="*/ 13023 w 49418"/>
              <a:gd name="connsiteY4" fmla="*/ 16862 h 23326"/>
              <a:gd name="connsiteX5" fmla="*/ 19095 w 49418"/>
              <a:gd name="connsiteY5" fmla="*/ 19465 h 23326"/>
              <a:gd name="connsiteX6" fmla="*/ 28005 w 49418"/>
              <a:gd name="connsiteY6" fmla="*/ 22132 h 23326"/>
              <a:gd name="connsiteX7" fmla="*/ 40235 w 49418"/>
              <a:gd name="connsiteY7" fmla="*/ 21544 h 23326"/>
              <a:gd name="connsiteX8" fmla="*/ 44850 w 49418"/>
              <a:gd name="connsiteY8" fmla="*/ 23114 h 23326"/>
              <a:gd name="connsiteX9" fmla="*/ 46556 w 49418"/>
              <a:gd name="connsiteY9" fmla="*/ 16052 h 23326"/>
              <a:gd name="connsiteX10" fmla="*/ 47058 w 49418"/>
              <a:gd name="connsiteY10" fmla="*/ 14573 h 23326"/>
              <a:gd name="connsiteX11" fmla="*/ 49026 w 49418"/>
              <a:gd name="connsiteY11" fmla="*/ 6258 h 23326"/>
              <a:gd name="connsiteX12" fmla="*/ 38354 w 49418"/>
              <a:gd name="connsiteY12" fmla="*/ 2038 h 23326"/>
              <a:gd name="connsiteX13" fmla="*/ 36811 w 49418"/>
              <a:gd name="connsiteY13" fmla="*/ 2041 h 23326"/>
              <a:gd name="connsiteX14" fmla="*/ 35053 w 49418"/>
              <a:gd name="connsiteY14" fmla="*/ 2005 h 23326"/>
              <a:gd name="connsiteX15" fmla="*/ 23821 w 49418"/>
              <a:gd name="connsiteY15" fmla="*/ 2926 h 23326"/>
              <a:gd name="connsiteX16" fmla="*/ 20936 w 49418"/>
              <a:gd name="connsiteY16" fmla="*/ 2681 h 23326"/>
              <a:gd name="connsiteX17" fmla="*/ 18399 w 49418"/>
              <a:gd name="connsiteY17" fmla="*/ 1938 h 23326"/>
              <a:gd name="connsiteX18" fmla="*/ 16228 w 49418"/>
              <a:gd name="connsiteY18" fmla="*/ 901 h 23326"/>
              <a:gd name="connsiteX19" fmla="*/ 13038 w 49418"/>
              <a:gd name="connsiteY19" fmla="*/ 3 h 23326"/>
              <a:gd name="connsiteX0" fmla="*/ 13038 w 49437"/>
              <a:gd name="connsiteY0" fmla="*/ 3 h 23326"/>
              <a:gd name="connsiteX1" fmla="*/ 5056 w 49437"/>
              <a:gd name="connsiteY1" fmla="*/ 1434 h 23326"/>
              <a:gd name="connsiteX2" fmla="*/ 81 w 49437"/>
              <a:gd name="connsiteY2" fmla="*/ 9362 h 23326"/>
              <a:gd name="connsiteX3" fmla="*/ 6212 w 49437"/>
              <a:gd name="connsiteY3" fmla="*/ 15285 h 23326"/>
              <a:gd name="connsiteX4" fmla="*/ 13023 w 49437"/>
              <a:gd name="connsiteY4" fmla="*/ 16862 h 23326"/>
              <a:gd name="connsiteX5" fmla="*/ 19095 w 49437"/>
              <a:gd name="connsiteY5" fmla="*/ 19465 h 23326"/>
              <a:gd name="connsiteX6" fmla="*/ 28005 w 49437"/>
              <a:gd name="connsiteY6" fmla="*/ 22132 h 23326"/>
              <a:gd name="connsiteX7" fmla="*/ 40235 w 49437"/>
              <a:gd name="connsiteY7" fmla="*/ 21544 h 23326"/>
              <a:gd name="connsiteX8" fmla="*/ 44850 w 49437"/>
              <a:gd name="connsiteY8" fmla="*/ 23114 h 23326"/>
              <a:gd name="connsiteX9" fmla="*/ 46556 w 49437"/>
              <a:gd name="connsiteY9" fmla="*/ 16052 h 23326"/>
              <a:gd name="connsiteX10" fmla="*/ 47058 w 49437"/>
              <a:gd name="connsiteY10" fmla="*/ 14573 h 23326"/>
              <a:gd name="connsiteX11" fmla="*/ 49026 w 49437"/>
              <a:gd name="connsiteY11" fmla="*/ 6258 h 23326"/>
              <a:gd name="connsiteX12" fmla="*/ 38354 w 49437"/>
              <a:gd name="connsiteY12" fmla="*/ 2038 h 23326"/>
              <a:gd name="connsiteX13" fmla="*/ 36811 w 49437"/>
              <a:gd name="connsiteY13" fmla="*/ 2041 h 23326"/>
              <a:gd name="connsiteX14" fmla="*/ 35053 w 49437"/>
              <a:gd name="connsiteY14" fmla="*/ 2005 h 23326"/>
              <a:gd name="connsiteX15" fmla="*/ 23821 w 49437"/>
              <a:gd name="connsiteY15" fmla="*/ 2926 h 23326"/>
              <a:gd name="connsiteX16" fmla="*/ 20936 w 49437"/>
              <a:gd name="connsiteY16" fmla="*/ 2681 h 23326"/>
              <a:gd name="connsiteX17" fmla="*/ 18399 w 49437"/>
              <a:gd name="connsiteY17" fmla="*/ 1938 h 23326"/>
              <a:gd name="connsiteX18" fmla="*/ 16228 w 49437"/>
              <a:gd name="connsiteY18" fmla="*/ 901 h 23326"/>
              <a:gd name="connsiteX19" fmla="*/ 13038 w 49437"/>
              <a:gd name="connsiteY19" fmla="*/ 3 h 2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37" h="23326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797" y="24029"/>
                  <a:pt x="44850" y="23114"/>
                </a:cubicBezTo>
                <a:cubicBezTo>
                  <a:pt x="45903" y="22199"/>
                  <a:pt x="46051" y="17433"/>
                  <a:pt x="46556" y="16052"/>
                </a:cubicBezTo>
                <a:cubicBezTo>
                  <a:pt x="47085" y="14606"/>
                  <a:pt x="46475" y="16152"/>
                  <a:pt x="47058" y="14573"/>
                </a:cubicBezTo>
                <a:cubicBezTo>
                  <a:pt x="47671" y="12913"/>
                  <a:pt x="50477" y="8347"/>
                  <a:pt x="49026" y="6258"/>
                </a:cubicBezTo>
                <a:cubicBezTo>
                  <a:pt x="47575" y="4169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chemeClr val="bg1">
              <a:lumMod val="75000"/>
              <a:alpha val="3019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Q4, 2022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 userDrawn="1"/>
        </p:nvSpPr>
        <p:spPr>
          <a:xfrm rot="20454787">
            <a:off x="9012521" y="4405860"/>
            <a:ext cx="1596508" cy="1596508"/>
          </a:xfrm>
          <a:prstGeom prst="rect">
            <a:avLst/>
          </a:prstGeom>
          <a:blipFill dpi="0" rotWithShape="1">
            <a:blip r:embed="rId5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858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3;p16"/>
          <p:cNvSpPr/>
          <p:nvPr userDrawn="1"/>
        </p:nvSpPr>
        <p:spPr>
          <a:xfrm rot="9911247">
            <a:off x="5796412" y="-2741723"/>
            <a:ext cx="5156265" cy="3559925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6811 w 49255"/>
              <a:gd name="connsiteY13" fmla="*/ 2041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8730 w 49255"/>
              <a:gd name="connsiteY13" fmla="*/ 1816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046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202" y="8209"/>
                  <a:pt x="49026" y="6258"/>
                </a:cubicBezTo>
                <a:cubicBezTo>
                  <a:pt x="48850" y="4307"/>
                  <a:pt x="47955" y="4074"/>
                  <a:pt x="46032" y="2978"/>
                </a:cubicBezTo>
                <a:cubicBezTo>
                  <a:pt x="43667" y="2268"/>
                  <a:pt x="41968" y="1881"/>
                  <a:pt x="38730" y="1816"/>
                </a:cubicBezTo>
                <a:cubicBezTo>
                  <a:pt x="38080" y="1816"/>
                  <a:pt x="37538" y="1820"/>
                  <a:pt x="35053" y="2005"/>
                </a:cubicBezTo>
                <a:cubicBezTo>
                  <a:pt x="32568" y="2190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EAE6DE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3;p16"/>
          <p:cNvSpPr/>
          <p:nvPr userDrawn="1"/>
        </p:nvSpPr>
        <p:spPr>
          <a:xfrm rot="18980374">
            <a:off x="8636052" y="1665895"/>
            <a:ext cx="6100548" cy="4758729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189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687" y="9039"/>
                  <a:pt x="49026" y="6258"/>
                </a:cubicBezTo>
                <a:cubicBezTo>
                  <a:pt x="48081" y="2262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EAE6DE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矩形 14"/>
          <p:cNvSpPr/>
          <p:nvPr userDrawn="1"/>
        </p:nvSpPr>
        <p:spPr>
          <a:xfrm>
            <a:off x="9116779" y="3338990"/>
            <a:ext cx="4103057" cy="4103057"/>
          </a:xfrm>
          <a:prstGeom prst="rect">
            <a:avLst/>
          </a:prstGeom>
          <a:blipFill dpi="0" rotWithShape="1">
            <a:blip r:embed="rId2">
              <a:alphaModFix amt="70000"/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  <a14:imgEffect>
                        <a14:colorTemperature colorTemp="11500"/>
                      </a14:imgEffect>
                      <a14:imgEffect>
                        <a14:saturation sat="400000"/>
                      </a14:imgEffect>
                      <a14:imgEffect>
                        <a14:brightnessContrast bright="7000" contrast="-66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133;p16"/>
          <p:cNvSpPr/>
          <p:nvPr userDrawn="1"/>
        </p:nvSpPr>
        <p:spPr>
          <a:xfrm rot="690629">
            <a:off x="-1335200" y="3118129"/>
            <a:ext cx="6131305" cy="4195484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50"/>
              <a:gd name="connsiteY0" fmla="*/ 3 h 23334"/>
              <a:gd name="connsiteX1" fmla="*/ 5056 w 49150"/>
              <a:gd name="connsiteY1" fmla="*/ 1434 h 23334"/>
              <a:gd name="connsiteX2" fmla="*/ 81 w 49150"/>
              <a:gd name="connsiteY2" fmla="*/ 9362 h 23334"/>
              <a:gd name="connsiteX3" fmla="*/ 6212 w 49150"/>
              <a:gd name="connsiteY3" fmla="*/ 15285 h 23334"/>
              <a:gd name="connsiteX4" fmla="*/ 13023 w 49150"/>
              <a:gd name="connsiteY4" fmla="*/ 16862 h 23334"/>
              <a:gd name="connsiteX5" fmla="*/ 19095 w 49150"/>
              <a:gd name="connsiteY5" fmla="*/ 19465 h 23334"/>
              <a:gd name="connsiteX6" fmla="*/ 28005 w 49150"/>
              <a:gd name="connsiteY6" fmla="*/ 22132 h 23334"/>
              <a:gd name="connsiteX7" fmla="*/ 40235 w 49150"/>
              <a:gd name="connsiteY7" fmla="*/ 21544 h 23334"/>
              <a:gd name="connsiteX8" fmla="*/ 44850 w 49150"/>
              <a:gd name="connsiteY8" fmla="*/ 23114 h 23334"/>
              <a:gd name="connsiteX9" fmla="*/ 46475 w 49150"/>
              <a:gd name="connsiteY9" fmla="*/ 15919 h 23334"/>
              <a:gd name="connsiteX10" fmla="*/ 47091 w 49150"/>
              <a:gd name="connsiteY10" fmla="*/ 14684 h 23334"/>
              <a:gd name="connsiteX11" fmla="*/ 49026 w 49150"/>
              <a:gd name="connsiteY11" fmla="*/ 6258 h 23334"/>
              <a:gd name="connsiteX12" fmla="*/ 38354 w 49150"/>
              <a:gd name="connsiteY12" fmla="*/ 2038 h 23334"/>
              <a:gd name="connsiteX13" fmla="*/ 36811 w 49150"/>
              <a:gd name="connsiteY13" fmla="*/ 2041 h 23334"/>
              <a:gd name="connsiteX14" fmla="*/ 35053 w 49150"/>
              <a:gd name="connsiteY14" fmla="*/ 2005 h 23334"/>
              <a:gd name="connsiteX15" fmla="*/ 23821 w 49150"/>
              <a:gd name="connsiteY15" fmla="*/ 2926 h 23334"/>
              <a:gd name="connsiteX16" fmla="*/ 20936 w 49150"/>
              <a:gd name="connsiteY16" fmla="*/ 2681 h 23334"/>
              <a:gd name="connsiteX17" fmla="*/ 18399 w 49150"/>
              <a:gd name="connsiteY17" fmla="*/ 1938 h 23334"/>
              <a:gd name="connsiteX18" fmla="*/ 16228 w 49150"/>
              <a:gd name="connsiteY18" fmla="*/ 901 h 23334"/>
              <a:gd name="connsiteX19" fmla="*/ 13038 w 49150"/>
              <a:gd name="connsiteY19" fmla="*/ 3 h 23334"/>
              <a:gd name="connsiteX0" fmla="*/ 13038 w 49404"/>
              <a:gd name="connsiteY0" fmla="*/ 3 h 23334"/>
              <a:gd name="connsiteX1" fmla="*/ 5056 w 49404"/>
              <a:gd name="connsiteY1" fmla="*/ 1434 h 23334"/>
              <a:gd name="connsiteX2" fmla="*/ 81 w 49404"/>
              <a:gd name="connsiteY2" fmla="*/ 9362 h 23334"/>
              <a:gd name="connsiteX3" fmla="*/ 6212 w 49404"/>
              <a:gd name="connsiteY3" fmla="*/ 15285 h 23334"/>
              <a:gd name="connsiteX4" fmla="*/ 13023 w 49404"/>
              <a:gd name="connsiteY4" fmla="*/ 16862 h 23334"/>
              <a:gd name="connsiteX5" fmla="*/ 19095 w 49404"/>
              <a:gd name="connsiteY5" fmla="*/ 19465 h 23334"/>
              <a:gd name="connsiteX6" fmla="*/ 28005 w 49404"/>
              <a:gd name="connsiteY6" fmla="*/ 22132 h 23334"/>
              <a:gd name="connsiteX7" fmla="*/ 40235 w 49404"/>
              <a:gd name="connsiteY7" fmla="*/ 21544 h 23334"/>
              <a:gd name="connsiteX8" fmla="*/ 44850 w 49404"/>
              <a:gd name="connsiteY8" fmla="*/ 23114 h 23334"/>
              <a:gd name="connsiteX9" fmla="*/ 46475 w 49404"/>
              <a:gd name="connsiteY9" fmla="*/ 15919 h 23334"/>
              <a:gd name="connsiteX10" fmla="*/ 46962 w 49404"/>
              <a:gd name="connsiteY10" fmla="*/ 14673 h 23334"/>
              <a:gd name="connsiteX11" fmla="*/ 49026 w 49404"/>
              <a:gd name="connsiteY11" fmla="*/ 6258 h 23334"/>
              <a:gd name="connsiteX12" fmla="*/ 38354 w 49404"/>
              <a:gd name="connsiteY12" fmla="*/ 2038 h 23334"/>
              <a:gd name="connsiteX13" fmla="*/ 36811 w 49404"/>
              <a:gd name="connsiteY13" fmla="*/ 2041 h 23334"/>
              <a:gd name="connsiteX14" fmla="*/ 35053 w 49404"/>
              <a:gd name="connsiteY14" fmla="*/ 2005 h 23334"/>
              <a:gd name="connsiteX15" fmla="*/ 23821 w 49404"/>
              <a:gd name="connsiteY15" fmla="*/ 2926 h 23334"/>
              <a:gd name="connsiteX16" fmla="*/ 20936 w 49404"/>
              <a:gd name="connsiteY16" fmla="*/ 2681 h 23334"/>
              <a:gd name="connsiteX17" fmla="*/ 18399 w 49404"/>
              <a:gd name="connsiteY17" fmla="*/ 1938 h 23334"/>
              <a:gd name="connsiteX18" fmla="*/ 16228 w 49404"/>
              <a:gd name="connsiteY18" fmla="*/ 901 h 23334"/>
              <a:gd name="connsiteX19" fmla="*/ 13038 w 49404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8"/>
              <a:gd name="connsiteY0" fmla="*/ 3 h 23326"/>
              <a:gd name="connsiteX1" fmla="*/ 5056 w 49418"/>
              <a:gd name="connsiteY1" fmla="*/ 1434 h 23326"/>
              <a:gd name="connsiteX2" fmla="*/ 81 w 49418"/>
              <a:gd name="connsiteY2" fmla="*/ 9362 h 23326"/>
              <a:gd name="connsiteX3" fmla="*/ 6212 w 49418"/>
              <a:gd name="connsiteY3" fmla="*/ 15285 h 23326"/>
              <a:gd name="connsiteX4" fmla="*/ 13023 w 49418"/>
              <a:gd name="connsiteY4" fmla="*/ 16862 h 23326"/>
              <a:gd name="connsiteX5" fmla="*/ 19095 w 49418"/>
              <a:gd name="connsiteY5" fmla="*/ 19465 h 23326"/>
              <a:gd name="connsiteX6" fmla="*/ 28005 w 49418"/>
              <a:gd name="connsiteY6" fmla="*/ 22132 h 23326"/>
              <a:gd name="connsiteX7" fmla="*/ 40235 w 49418"/>
              <a:gd name="connsiteY7" fmla="*/ 21544 h 23326"/>
              <a:gd name="connsiteX8" fmla="*/ 44850 w 49418"/>
              <a:gd name="connsiteY8" fmla="*/ 23114 h 23326"/>
              <a:gd name="connsiteX9" fmla="*/ 46556 w 49418"/>
              <a:gd name="connsiteY9" fmla="*/ 16052 h 23326"/>
              <a:gd name="connsiteX10" fmla="*/ 47058 w 49418"/>
              <a:gd name="connsiteY10" fmla="*/ 14573 h 23326"/>
              <a:gd name="connsiteX11" fmla="*/ 49026 w 49418"/>
              <a:gd name="connsiteY11" fmla="*/ 6258 h 23326"/>
              <a:gd name="connsiteX12" fmla="*/ 38354 w 49418"/>
              <a:gd name="connsiteY12" fmla="*/ 2038 h 23326"/>
              <a:gd name="connsiteX13" fmla="*/ 36811 w 49418"/>
              <a:gd name="connsiteY13" fmla="*/ 2041 h 23326"/>
              <a:gd name="connsiteX14" fmla="*/ 35053 w 49418"/>
              <a:gd name="connsiteY14" fmla="*/ 2005 h 23326"/>
              <a:gd name="connsiteX15" fmla="*/ 23821 w 49418"/>
              <a:gd name="connsiteY15" fmla="*/ 2926 h 23326"/>
              <a:gd name="connsiteX16" fmla="*/ 20936 w 49418"/>
              <a:gd name="connsiteY16" fmla="*/ 2681 h 23326"/>
              <a:gd name="connsiteX17" fmla="*/ 18399 w 49418"/>
              <a:gd name="connsiteY17" fmla="*/ 1938 h 23326"/>
              <a:gd name="connsiteX18" fmla="*/ 16228 w 49418"/>
              <a:gd name="connsiteY18" fmla="*/ 901 h 23326"/>
              <a:gd name="connsiteX19" fmla="*/ 13038 w 49418"/>
              <a:gd name="connsiteY19" fmla="*/ 3 h 23326"/>
              <a:gd name="connsiteX0" fmla="*/ 13038 w 49437"/>
              <a:gd name="connsiteY0" fmla="*/ 3 h 23326"/>
              <a:gd name="connsiteX1" fmla="*/ 5056 w 49437"/>
              <a:gd name="connsiteY1" fmla="*/ 1434 h 23326"/>
              <a:gd name="connsiteX2" fmla="*/ 81 w 49437"/>
              <a:gd name="connsiteY2" fmla="*/ 9362 h 23326"/>
              <a:gd name="connsiteX3" fmla="*/ 6212 w 49437"/>
              <a:gd name="connsiteY3" fmla="*/ 15285 h 23326"/>
              <a:gd name="connsiteX4" fmla="*/ 13023 w 49437"/>
              <a:gd name="connsiteY4" fmla="*/ 16862 h 23326"/>
              <a:gd name="connsiteX5" fmla="*/ 19095 w 49437"/>
              <a:gd name="connsiteY5" fmla="*/ 19465 h 23326"/>
              <a:gd name="connsiteX6" fmla="*/ 28005 w 49437"/>
              <a:gd name="connsiteY6" fmla="*/ 22132 h 23326"/>
              <a:gd name="connsiteX7" fmla="*/ 40235 w 49437"/>
              <a:gd name="connsiteY7" fmla="*/ 21544 h 23326"/>
              <a:gd name="connsiteX8" fmla="*/ 44850 w 49437"/>
              <a:gd name="connsiteY8" fmla="*/ 23114 h 23326"/>
              <a:gd name="connsiteX9" fmla="*/ 46556 w 49437"/>
              <a:gd name="connsiteY9" fmla="*/ 16052 h 23326"/>
              <a:gd name="connsiteX10" fmla="*/ 47058 w 49437"/>
              <a:gd name="connsiteY10" fmla="*/ 14573 h 23326"/>
              <a:gd name="connsiteX11" fmla="*/ 49026 w 49437"/>
              <a:gd name="connsiteY11" fmla="*/ 6258 h 23326"/>
              <a:gd name="connsiteX12" fmla="*/ 38354 w 49437"/>
              <a:gd name="connsiteY12" fmla="*/ 2038 h 23326"/>
              <a:gd name="connsiteX13" fmla="*/ 36811 w 49437"/>
              <a:gd name="connsiteY13" fmla="*/ 2041 h 23326"/>
              <a:gd name="connsiteX14" fmla="*/ 35053 w 49437"/>
              <a:gd name="connsiteY14" fmla="*/ 2005 h 23326"/>
              <a:gd name="connsiteX15" fmla="*/ 23821 w 49437"/>
              <a:gd name="connsiteY15" fmla="*/ 2926 h 23326"/>
              <a:gd name="connsiteX16" fmla="*/ 20936 w 49437"/>
              <a:gd name="connsiteY16" fmla="*/ 2681 h 23326"/>
              <a:gd name="connsiteX17" fmla="*/ 18399 w 49437"/>
              <a:gd name="connsiteY17" fmla="*/ 1938 h 23326"/>
              <a:gd name="connsiteX18" fmla="*/ 16228 w 49437"/>
              <a:gd name="connsiteY18" fmla="*/ 901 h 23326"/>
              <a:gd name="connsiteX19" fmla="*/ 13038 w 49437"/>
              <a:gd name="connsiteY19" fmla="*/ 3 h 2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37" h="23326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797" y="24029"/>
                  <a:pt x="44850" y="23114"/>
                </a:cubicBezTo>
                <a:cubicBezTo>
                  <a:pt x="45903" y="22199"/>
                  <a:pt x="46051" y="17433"/>
                  <a:pt x="46556" y="16052"/>
                </a:cubicBezTo>
                <a:cubicBezTo>
                  <a:pt x="47085" y="14606"/>
                  <a:pt x="46475" y="16152"/>
                  <a:pt x="47058" y="14573"/>
                </a:cubicBezTo>
                <a:cubicBezTo>
                  <a:pt x="47671" y="12913"/>
                  <a:pt x="50477" y="8347"/>
                  <a:pt x="49026" y="6258"/>
                </a:cubicBezTo>
                <a:cubicBezTo>
                  <a:pt x="47575" y="4169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EAE6DE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Q4, 2022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 userDrawn="1"/>
        </p:nvSpPr>
        <p:spPr>
          <a:xfrm rot="20454787">
            <a:off x="9012521" y="4405860"/>
            <a:ext cx="1596508" cy="1596508"/>
          </a:xfrm>
          <a:prstGeom prst="rect">
            <a:avLst/>
          </a:prstGeom>
          <a:blipFill dpi="0" rotWithShape="1">
            <a:blip r:embed="rId5">
              <a:alphaModFix amt="65000"/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Texturizer/>
                      </a14:imgEffect>
                      <a14:imgEffect>
                        <a14:sharpenSoften amount="17000"/>
                      </a14:imgEffect>
                      <a14:imgEffect>
                        <a14:colorTemperature colorTemp="11500"/>
                      </a14:imgEffect>
                      <a14:imgEffect>
                        <a14:saturation sat="400000"/>
                      </a14:imgEffect>
                      <a14:imgEffect>
                        <a14:brightnessContrast bright="8000" contrast="-56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664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3;p16"/>
          <p:cNvSpPr/>
          <p:nvPr userDrawn="1"/>
        </p:nvSpPr>
        <p:spPr>
          <a:xfrm rot="9911247">
            <a:off x="5796412" y="-2741723"/>
            <a:ext cx="5156265" cy="3559925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6811 w 49255"/>
              <a:gd name="connsiteY13" fmla="*/ 2041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8730 w 49255"/>
              <a:gd name="connsiteY13" fmla="*/ 1816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046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202" y="8209"/>
                  <a:pt x="49026" y="6258"/>
                </a:cubicBezTo>
                <a:cubicBezTo>
                  <a:pt x="48850" y="4307"/>
                  <a:pt x="47955" y="4074"/>
                  <a:pt x="46032" y="2978"/>
                </a:cubicBezTo>
                <a:cubicBezTo>
                  <a:pt x="43667" y="2268"/>
                  <a:pt x="41968" y="1881"/>
                  <a:pt x="38730" y="1816"/>
                </a:cubicBezTo>
                <a:cubicBezTo>
                  <a:pt x="38080" y="1816"/>
                  <a:pt x="37538" y="1820"/>
                  <a:pt x="35053" y="2005"/>
                </a:cubicBezTo>
                <a:cubicBezTo>
                  <a:pt x="32568" y="2190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EAE6DE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3;p16"/>
          <p:cNvSpPr/>
          <p:nvPr userDrawn="1"/>
        </p:nvSpPr>
        <p:spPr>
          <a:xfrm rot="18980374">
            <a:off x="8636052" y="1665895"/>
            <a:ext cx="6100548" cy="4758729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189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687" y="9039"/>
                  <a:pt x="49026" y="6258"/>
                </a:cubicBezTo>
                <a:cubicBezTo>
                  <a:pt x="48081" y="2262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EAE6DE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矩形 14"/>
          <p:cNvSpPr/>
          <p:nvPr userDrawn="1"/>
        </p:nvSpPr>
        <p:spPr>
          <a:xfrm>
            <a:off x="9116779" y="3338990"/>
            <a:ext cx="4103057" cy="4103057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133;p16"/>
          <p:cNvSpPr/>
          <p:nvPr userDrawn="1"/>
        </p:nvSpPr>
        <p:spPr>
          <a:xfrm rot="690629">
            <a:off x="-1335200" y="3118129"/>
            <a:ext cx="6131305" cy="4195484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50"/>
              <a:gd name="connsiteY0" fmla="*/ 3 h 23334"/>
              <a:gd name="connsiteX1" fmla="*/ 5056 w 49150"/>
              <a:gd name="connsiteY1" fmla="*/ 1434 h 23334"/>
              <a:gd name="connsiteX2" fmla="*/ 81 w 49150"/>
              <a:gd name="connsiteY2" fmla="*/ 9362 h 23334"/>
              <a:gd name="connsiteX3" fmla="*/ 6212 w 49150"/>
              <a:gd name="connsiteY3" fmla="*/ 15285 h 23334"/>
              <a:gd name="connsiteX4" fmla="*/ 13023 w 49150"/>
              <a:gd name="connsiteY4" fmla="*/ 16862 h 23334"/>
              <a:gd name="connsiteX5" fmla="*/ 19095 w 49150"/>
              <a:gd name="connsiteY5" fmla="*/ 19465 h 23334"/>
              <a:gd name="connsiteX6" fmla="*/ 28005 w 49150"/>
              <a:gd name="connsiteY6" fmla="*/ 22132 h 23334"/>
              <a:gd name="connsiteX7" fmla="*/ 40235 w 49150"/>
              <a:gd name="connsiteY7" fmla="*/ 21544 h 23334"/>
              <a:gd name="connsiteX8" fmla="*/ 44850 w 49150"/>
              <a:gd name="connsiteY8" fmla="*/ 23114 h 23334"/>
              <a:gd name="connsiteX9" fmla="*/ 46475 w 49150"/>
              <a:gd name="connsiteY9" fmla="*/ 15919 h 23334"/>
              <a:gd name="connsiteX10" fmla="*/ 47091 w 49150"/>
              <a:gd name="connsiteY10" fmla="*/ 14684 h 23334"/>
              <a:gd name="connsiteX11" fmla="*/ 49026 w 49150"/>
              <a:gd name="connsiteY11" fmla="*/ 6258 h 23334"/>
              <a:gd name="connsiteX12" fmla="*/ 38354 w 49150"/>
              <a:gd name="connsiteY12" fmla="*/ 2038 h 23334"/>
              <a:gd name="connsiteX13" fmla="*/ 36811 w 49150"/>
              <a:gd name="connsiteY13" fmla="*/ 2041 h 23334"/>
              <a:gd name="connsiteX14" fmla="*/ 35053 w 49150"/>
              <a:gd name="connsiteY14" fmla="*/ 2005 h 23334"/>
              <a:gd name="connsiteX15" fmla="*/ 23821 w 49150"/>
              <a:gd name="connsiteY15" fmla="*/ 2926 h 23334"/>
              <a:gd name="connsiteX16" fmla="*/ 20936 w 49150"/>
              <a:gd name="connsiteY16" fmla="*/ 2681 h 23334"/>
              <a:gd name="connsiteX17" fmla="*/ 18399 w 49150"/>
              <a:gd name="connsiteY17" fmla="*/ 1938 h 23334"/>
              <a:gd name="connsiteX18" fmla="*/ 16228 w 49150"/>
              <a:gd name="connsiteY18" fmla="*/ 901 h 23334"/>
              <a:gd name="connsiteX19" fmla="*/ 13038 w 49150"/>
              <a:gd name="connsiteY19" fmla="*/ 3 h 23334"/>
              <a:gd name="connsiteX0" fmla="*/ 13038 w 49404"/>
              <a:gd name="connsiteY0" fmla="*/ 3 h 23334"/>
              <a:gd name="connsiteX1" fmla="*/ 5056 w 49404"/>
              <a:gd name="connsiteY1" fmla="*/ 1434 h 23334"/>
              <a:gd name="connsiteX2" fmla="*/ 81 w 49404"/>
              <a:gd name="connsiteY2" fmla="*/ 9362 h 23334"/>
              <a:gd name="connsiteX3" fmla="*/ 6212 w 49404"/>
              <a:gd name="connsiteY3" fmla="*/ 15285 h 23334"/>
              <a:gd name="connsiteX4" fmla="*/ 13023 w 49404"/>
              <a:gd name="connsiteY4" fmla="*/ 16862 h 23334"/>
              <a:gd name="connsiteX5" fmla="*/ 19095 w 49404"/>
              <a:gd name="connsiteY5" fmla="*/ 19465 h 23334"/>
              <a:gd name="connsiteX6" fmla="*/ 28005 w 49404"/>
              <a:gd name="connsiteY6" fmla="*/ 22132 h 23334"/>
              <a:gd name="connsiteX7" fmla="*/ 40235 w 49404"/>
              <a:gd name="connsiteY7" fmla="*/ 21544 h 23334"/>
              <a:gd name="connsiteX8" fmla="*/ 44850 w 49404"/>
              <a:gd name="connsiteY8" fmla="*/ 23114 h 23334"/>
              <a:gd name="connsiteX9" fmla="*/ 46475 w 49404"/>
              <a:gd name="connsiteY9" fmla="*/ 15919 h 23334"/>
              <a:gd name="connsiteX10" fmla="*/ 46962 w 49404"/>
              <a:gd name="connsiteY10" fmla="*/ 14673 h 23334"/>
              <a:gd name="connsiteX11" fmla="*/ 49026 w 49404"/>
              <a:gd name="connsiteY11" fmla="*/ 6258 h 23334"/>
              <a:gd name="connsiteX12" fmla="*/ 38354 w 49404"/>
              <a:gd name="connsiteY12" fmla="*/ 2038 h 23334"/>
              <a:gd name="connsiteX13" fmla="*/ 36811 w 49404"/>
              <a:gd name="connsiteY13" fmla="*/ 2041 h 23334"/>
              <a:gd name="connsiteX14" fmla="*/ 35053 w 49404"/>
              <a:gd name="connsiteY14" fmla="*/ 2005 h 23334"/>
              <a:gd name="connsiteX15" fmla="*/ 23821 w 49404"/>
              <a:gd name="connsiteY15" fmla="*/ 2926 h 23334"/>
              <a:gd name="connsiteX16" fmla="*/ 20936 w 49404"/>
              <a:gd name="connsiteY16" fmla="*/ 2681 h 23334"/>
              <a:gd name="connsiteX17" fmla="*/ 18399 w 49404"/>
              <a:gd name="connsiteY17" fmla="*/ 1938 h 23334"/>
              <a:gd name="connsiteX18" fmla="*/ 16228 w 49404"/>
              <a:gd name="connsiteY18" fmla="*/ 901 h 23334"/>
              <a:gd name="connsiteX19" fmla="*/ 13038 w 49404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8"/>
              <a:gd name="connsiteY0" fmla="*/ 3 h 23326"/>
              <a:gd name="connsiteX1" fmla="*/ 5056 w 49418"/>
              <a:gd name="connsiteY1" fmla="*/ 1434 h 23326"/>
              <a:gd name="connsiteX2" fmla="*/ 81 w 49418"/>
              <a:gd name="connsiteY2" fmla="*/ 9362 h 23326"/>
              <a:gd name="connsiteX3" fmla="*/ 6212 w 49418"/>
              <a:gd name="connsiteY3" fmla="*/ 15285 h 23326"/>
              <a:gd name="connsiteX4" fmla="*/ 13023 w 49418"/>
              <a:gd name="connsiteY4" fmla="*/ 16862 h 23326"/>
              <a:gd name="connsiteX5" fmla="*/ 19095 w 49418"/>
              <a:gd name="connsiteY5" fmla="*/ 19465 h 23326"/>
              <a:gd name="connsiteX6" fmla="*/ 28005 w 49418"/>
              <a:gd name="connsiteY6" fmla="*/ 22132 h 23326"/>
              <a:gd name="connsiteX7" fmla="*/ 40235 w 49418"/>
              <a:gd name="connsiteY7" fmla="*/ 21544 h 23326"/>
              <a:gd name="connsiteX8" fmla="*/ 44850 w 49418"/>
              <a:gd name="connsiteY8" fmla="*/ 23114 h 23326"/>
              <a:gd name="connsiteX9" fmla="*/ 46556 w 49418"/>
              <a:gd name="connsiteY9" fmla="*/ 16052 h 23326"/>
              <a:gd name="connsiteX10" fmla="*/ 47058 w 49418"/>
              <a:gd name="connsiteY10" fmla="*/ 14573 h 23326"/>
              <a:gd name="connsiteX11" fmla="*/ 49026 w 49418"/>
              <a:gd name="connsiteY11" fmla="*/ 6258 h 23326"/>
              <a:gd name="connsiteX12" fmla="*/ 38354 w 49418"/>
              <a:gd name="connsiteY12" fmla="*/ 2038 h 23326"/>
              <a:gd name="connsiteX13" fmla="*/ 36811 w 49418"/>
              <a:gd name="connsiteY13" fmla="*/ 2041 h 23326"/>
              <a:gd name="connsiteX14" fmla="*/ 35053 w 49418"/>
              <a:gd name="connsiteY14" fmla="*/ 2005 h 23326"/>
              <a:gd name="connsiteX15" fmla="*/ 23821 w 49418"/>
              <a:gd name="connsiteY15" fmla="*/ 2926 h 23326"/>
              <a:gd name="connsiteX16" fmla="*/ 20936 w 49418"/>
              <a:gd name="connsiteY16" fmla="*/ 2681 h 23326"/>
              <a:gd name="connsiteX17" fmla="*/ 18399 w 49418"/>
              <a:gd name="connsiteY17" fmla="*/ 1938 h 23326"/>
              <a:gd name="connsiteX18" fmla="*/ 16228 w 49418"/>
              <a:gd name="connsiteY18" fmla="*/ 901 h 23326"/>
              <a:gd name="connsiteX19" fmla="*/ 13038 w 49418"/>
              <a:gd name="connsiteY19" fmla="*/ 3 h 23326"/>
              <a:gd name="connsiteX0" fmla="*/ 13038 w 49437"/>
              <a:gd name="connsiteY0" fmla="*/ 3 h 23326"/>
              <a:gd name="connsiteX1" fmla="*/ 5056 w 49437"/>
              <a:gd name="connsiteY1" fmla="*/ 1434 h 23326"/>
              <a:gd name="connsiteX2" fmla="*/ 81 w 49437"/>
              <a:gd name="connsiteY2" fmla="*/ 9362 h 23326"/>
              <a:gd name="connsiteX3" fmla="*/ 6212 w 49437"/>
              <a:gd name="connsiteY3" fmla="*/ 15285 h 23326"/>
              <a:gd name="connsiteX4" fmla="*/ 13023 w 49437"/>
              <a:gd name="connsiteY4" fmla="*/ 16862 h 23326"/>
              <a:gd name="connsiteX5" fmla="*/ 19095 w 49437"/>
              <a:gd name="connsiteY5" fmla="*/ 19465 h 23326"/>
              <a:gd name="connsiteX6" fmla="*/ 28005 w 49437"/>
              <a:gd name="connsiteY6" fmla="*/ 22132 h 23326"/>
              <a:gd name="connsiteX7" fmla="*/ 40235 w 49437"/>
              <a:gd name="connsiteY7" fmla="*/ 21544 h 23326"/>
              <a:gd name="connsiteX8" fmla="*/ 44850 w 49437"/>
              <a:gd name="connsiteY8" fmla="*/ 23114 h 23326"/>
              <a:gd name="connsiteX9" fmla="*/ 46556 w 49437"/>
              <a:gd name="connsiteY9" fmla="*/ 16052 h 23326"/>
              <a:gd name="connsiteX10" fmla="*/ 47058 w 49437"/>
              <a:gd name="connsiteY10" fmla="*/ 14573 h 23326"/>
              <a:gd name="connsiteX11" fmla="*/ 49026 w 49437"/>
              <a:gd name="connsiteY11" fmla="*/ 6258 h 23326"/>
              <a:gd name="connsiteX12" fmla="*/ 38354 w 49437"/>
              <a:gd name="connsiteY12" fmla="*/ 2038 h 23326"/>
              <a:gd name="connsiteX13" fmla="*/ 36811 w 49437"/>
              <a:gd name="connsiteY13" fmla="*/ 2041 h 23326"/>
              <a:gd name="connsiteX14" fmla="*/ 35053 w 49437"/>
              <a:gd name="connsiteY14" fmla="*/ 2005 h 23326"/>
              <a:gd name="connsiteX15" fmla="*/ 23821 w 49437"/>
              <a:gd name="connsiteY15" fmla="*/ 2926 h 23326"/>
              <a:gd name="connsiteX16" fmla="*/ 20936 w 49437"/>
              <a:gd name="connsiteY16" fmla="*/ 2681 h 23326"/>
              <a:gd name="connsiteX17" fmla="*/ 18399 w 49437"/>
              <a:gd name="connsiteY17" fmla="*/ 1938 h 23326"/>
              <a:gd name="connsiteX18" fmla="*/ 16228 w 49437"/>
              <a:gd name="connsiteY18" fmla="*/ 901 h 23326"/>
              <a:gd name="connsiteX19" fmla="*/ 13038 w 49437"/>
              <a:gd name="connsiteY19" fmla="*/ 3 h 2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37" h="23326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797" y="24029"/>
                  <a:pt x="44850" y="23114"/>
                </a:cubicBezTo>
                <a:cubicBezTo>
                  <a:pt x="45903" y="22199"/>
                  <a:pt x="46051" y="17433"/>
                  <a:pt x="46556" y="16052"/>
                </a:cubicBezTo>
                <a:cubicBezTo>
                  <a:pt x="47085" y="14606"/>
                  <a:pt x="46475" y="16152"/>
                  <a:pt x="47058" y="14573"/>
                </a:cubicBezTo>
                <a:cubicBezTo>
                  <a:pt x="47671" y="12913"/>
                  <a:pt x="50477" y="8347"/>
                  <a:pt x="49026" y="6258"/>
                </a:cubicBezTo>
                <a:cubicBezTo>
                  <a:pt x="47575" y="4169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EAE6DE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Q4, 2022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 userDrawn="1"/>
        </p:nvSpPr>
        <p:spPr>
          <a:xfrm rot="20454787">
            <a:off x="9012521" y="4405860"/>
            <a:ext cx="1596508" cy="1596508"/>
          </a:xfrm>
          <a:prstGeom prst="rect">
            <a:avLst/>
          </a:prstGeom>
          <a:blipFill dpi="0" rotWithShape="1">
            <a:blip r:embed="rId5">
              <a:alphaModFix amt="6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6437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3;p16"/>
          <p:cNvSpPr/>
          <p:nvPr userDrawn="1"/>
        </p:nvSpPr>
        <p:spPr>
          <a:xfrm rot="9911247">
            <a:off x="5796412" y="-2741723"/>
            <a:ext cx="5156265" cy="3559925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6811 w 49255"/>
              <a:gd name="connsiteY13" fmla="*/ 2041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8730 w 49255"/>
              <a:gd name="connsiteY13" fmla="*/ 1816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046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202" y="8209"/>
                  <a:pt x="49026" y="6258"/>
                </a:cubicBezTo>
                <a:cubicBezTo>
                  <a:pt x="48850" y="4307"/>
                  <a:pt x="47955" y="4074"/>
                  <a:pt x="46032" y="2978"/>
                </a:cubicBezTo>
                <a:cubicBezTo>
                  <a:pt x="43667" y="2268"/>
                  <a:pt x="41968" y="1881"/>
                  <a:pt x="38730" y="1816"/>
                </a:cubicBezTo>
                <a:cubicBezTo>
                  <a:pt x="38080" y="1816"/>
                  <a:pt x="37538" y="1820"/>
                  <a:pt x="35053" y="2005"/>
                </a:cubicBezTo>
                <a:cubicBezTo>
                  <a:pt x="32568" y="2190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9D1D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3;p16"/>
          <p:cNvSpPr/>
          <p:nvPr userDrawn="1"/>
        </p:nvSpPr>
        <p:spPr>
          <a:xfrm rot="18980374">
            <a:off x="8636052" y="1665895"/>
            <a:ext cx="6100548" cy="4758729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189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687" y="9039"/>
                  <a:pt x="49026" y="6258"/>
                </a:cubicBezTo>
                <a:cubicBezTo>
                  <a:pt x="48081" y="2262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9D1D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矩形 14"/>
          <p:cNvSpPr/>
          <p:nvPr userDrawn="1"/>
        </p:nvSpPr>
        <p:spPr>
          <a:xfrm>
            <a:off x="10146450" y="3734595"/>
            <a:ext cx="2754745" cy="2754745"/>
          </a:xfrm>
          <a:prstGeom prst="rect">
            <a:avLst/>
          </a:prstGeom>
          <a:blipFill dpi="0" rotWithShape="1">
            <a:blip r:embed="rId2">
              <a:alphaModFix amt="70000"/>
              <a:duotone>
                <a:prstClr val="black"/>
                <a:srgbClr val="C9D1DD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  <a14:imgEffect>
                        <a14:colorTemperature colorTemp="2636"/>
                      </a14:imgEffect>
                      <a14:imgEffect>
                        <a14:saturation sat="250000"/>
                      </a14:imgEffect>
                      <a14:imgEffect>
                        <a14:brightnessContrast bright="56000" contrast="-55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133;p16"/>
          <p:cNvSpPr/>
          <p:nvPr userDrawn="1"/>
        </p:nvSpPr>
        <p:spPr>
          <a:xfrm rot="690629">
            <a:off x="-1335200" y="3118129"/>
            <a:ext cx="6131305" cy="4195484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50"/>
              <a:gd name="connsiteY0" fmla="*/ 3 h 23334"/>
              <a:gd name="connsiteX1" fmla="*/ 5056 w 49150"/>
              <a:gd name="connsiteY1" fmla="*/ 1434 h 23334"/>
              <a:gd name="connsiteX2" fmla="*/ 81 w 49150"/>
              <a:gd name="connsiteY2" fmla="*/ 9362 h 23334"/>
              <a:gd name="connsiteX3" fmla="*/ 6212 w 49150"/>
              <a:gd name="connsiteY3" fmla="*/ 15285 h 23334"/>
              <a:gd name="connsiteX4" fmla="*/ 13023 w 49150"/>
              <a:gd name="connsiteY4" fmla="*/ 16862 h 23334"/>
              <a:gd name="connsiteX5" fmla="*/ 19095 w 49150"/>
              <a:gd name="connsiteY5" fmla="*/ 19465 h 23334"/>
              <a:gd name="connsiteX6" fmla="*/ 28005 w 49150"/>
              <a:gd name="connsiteY6" fmla="*/ 22132 h 23334"/>
              <a:gd name="connsiteX7" fmla="*/ 40235 w 49150"/>
              <a:gd name="connsiteY7" fmla="*/ 21544 h 23334"/>
              <a:gd name="connsiteX8" fmla="*/ 44850 w 49150"/>
              <a:gd name="connsiteY8" fmla="*/ 23114 h 23334"/>
              <a:gd name="connsiteX9" fmla="*/ 46475 w 49150"/>
              <a:gd name="connsiteY9" fmla="*/ 15919 h 23334"/>
              <a:gd name="connsiteX10" fmla="*/ 47091 w 49150"/>
              <a:gd name="connsiteY10" fmla="*/ 14684 h 23334"/>
              <a:gd name="connsiteX11" fmla="*/ 49026 w 49150"/>
              <a:gd name="connsiteY11" fmla="*/ 6258 h 23334"/>
              <a:gd name="connsiteX12" fmla="*/ 38354 w 49150"/>
              <a:gd name="connsiteY12" fmla="*/ 2038 h 23334"/>
              <a:gd name="connsiteX13" fmla="*/ 36811 w 49150"/>
              <a:gd name="connsiteY13" fmla="*/ 2041 h 23334"/>
              <a:gd name="connsiteX14" fmla="*/ 35053 w 49150"/>
              <a:gd name="connsiteY14" fmla="*/ 2005 h 23334"/>
              <a:gd name="connsiteX15" fmla="*/ 23821 w 49150"/>
              <a:gd name="connsiteY15" fmla="*/ 2926 h 23334"/>
              <a:gd name="connsiteX16" fmla="*/ 20936 w 49150"/>
              <a:gd name="connsiteY16" fmla="*/ 2681 h 23334"/>
              <a:gd name="connsiteX17" fmla="*/ 18399 w 49150"/>
              <a:gd name="connsiteY17" fmla="*/ 1938 h 23334"/>
              <a:gd name="connsiteX18" fmla="*/ 16228 w 49150"/>
              <a:gd name="connsiteY18" fmla="*/ 901 h 23334"/>
              <a:gd name="connsiteX19" fmla="*/ 13038 w 49150"/>
              <a:gd name="connsiteY19" fmla="*/ 3 h 23334"/>
              <a:gd name="connsiteX0" fmla="*/ 13038 w 49404"/>
              <a:gd name="connsiteY0" fmla="*/ 3 h 23334"/>
              <a:gd name="connsiteX1" fmla="*/ 5056 w 49404"/>
              <a:gd name="connsiteY1" fmla="*/ 1434 h 23334"/>
              <a:gd name="connsiteX2" fmla="*/ 81 w 49404"/>
              <a:gd name="connsiteY2" fmla="*/ 9362 h 23334"/>
              <a:gd name="connsiteX3" fmla="*/ 6212 w 49404"/>
              <a:gd name="connsiteY3" fmla="*/ 15285 h 23334"/>
              <a:gd name="connsiteX4" fmla="*/ 13023 w 49404"/>
              <a:gd name="connsiteY4" fmla="*/ 16862 h 23334"/>
              <a:gd name="connsiteX5" fmla="*/ 19095 w 49404"/>
              <a:gd name="connsiteY5" fmla="*/ 19465 h 23334"/>
              <a:gd name="connsiteX6" fmla="*/ 28005 w 49404"/>
              <a:gd name="connsiteY6" fmla="*/ 22132 h 23334"/>
              <a:gd name="connsiteX7" fmla="*/ 40235 w 49404"/>
              <a:gd name="connsiteY7" fmla="*/ 21544 h 23334"/>
              <a:gd name="connsiteX8" fmla="*/ 44850 w 49404"/>
              <a:gd name="connsiteY8" fmla="*/ 23114 h 23334"/>
              <a:gd name="connsiteX9" fmla="*/ 46475 w 49404"/>
              <a:gd name="connsiteY9" fmla="*/ 15919 h 23334"/>
              <a:gd name="connsiteX10" fmla="*/ 46962 w 49404"/>
              <a:gd name="connsiteY10" fmla="*/ 14673 h 23334"/>
              <a:gd name="connsiteX11" fmla="*/ 49026 w 49404"/>
              <a:gd name="connsiteY11" fmla="*/ 6258 h 23334"/>
              <a:gd name="connsiteX12" fmla="*/ 38354 w 49404"/>
              <a:gd name="connsiteY12" fmla="*/ 2038 h 23334"/>
              <a:gd name="connsiteX13" fmla="*/ 36811 w 49404"/>
              <a:gd name="connsiteY13" fmla="*/ 2041 h 23334"/>
              <a:gd name="connsiteX14" fmla="*/ 35053 w 49404"/>
              <a:gd name="connsiteY14" fmla="*/ 2005 h 23334"/>
              <a:gd name="connsiteX15" fmla="*/ 23821 w 49404"/>
              <a:gd name="connsiteY15" fmla="*/ 2926 h 23334"/>
              <a:gd name="connsiteX16" fmla="*/ 20936 w 49404"/>
              <a:gd name="connsiteY16" fmla="*/ 2681 h 23334"/>
              <a:gd name="connsiteX17" fmla="*/ 18399 w 49404"/>
              <a:gd name="connsiteY17" fmla="*/ 1938 h 23334"/>
              <a:gd name="connsiteX18" fmla="*/ 16228 w 49404"/>
              <a:gd name="connsiteY18" fmla="*/ 901 h 23334"/>
              <a:gd name="connsiteX19" fmla="*/ 13038 w 49404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8"/>
              <a:gd name="connsiteY0" fmla="*/ 3 h 23326"/>
              <a:gd name="connsiteX1" fmla="*/ 5056 w 49418"/>
              <a:gd name="connsiteY1" fmla="*/ 1434 h 23326"/>
              <a:gd name="connsiteX2" fmla="*/ 81 w 49418"/>
              <a:gd name="connsiteY2" fmla="*/ 9362 h 23326"/>
              <a:gd name="connsiteX3" fmla="*/ 6212 w 49418"/>
              <a:gd name="connsiteY3" fmla="*/ 15285 h 23326"/>
              <a:gd name="connsiteX4" fmla="*/ 13023 w 49418"/>
              <a:gd name="connsiteY4" fmla="*/ 16862 h 23326"/>
              <a:gd name="connsiteX5" fmla="*/ 19095 w 49418"/>
              <a:gd name="connsiteY5" fmla="*/ 19465 h 23326"/>
              <a:gd name="connsiteX6" fmla="*/ 28005 w 49418"/>
              <a:gd name="connsiteY6" fmla="*/ 22132 h 23326"/>
              <a:gd name="connsiteX7" fmla="*/ 40235 w 49418"/>
              <a:gd name="connsiteY7" fmla="*/ 21544 h 23326"/>
              <a:gd name="connsiteX8" fmla="*/ 44850 w 49418"/>
              <a:gd name="connsiteY8" fmla="*/ 23114 h 23326"/>
              <a:gd name="connsiteX9" fmla="*/ 46556 w 49418"/>
              <a:gd name="connsiteY9" fmla="*/ 16052 h 23326"/>
              <a:gd name="connsiteX10" fmla="*/ 47058 w 49418"/>
              <a:gd name="connsiteY10" fmla="*/ 14573 h 23326"/>
              <a:gd name="connsiteX11" fmla="*/ 49026 w 49418"/>
              <a:gd name="connsiteY11" fmla="*/ 6258 h 23326"/>
              <a:gd name="connsiteX12" fmla="*/ 38354 w 49418"/>
              <a:gd name="connsiteY12" fmla="*/ 2038 h 23326"/>
              <a:gd name="connsiteX13" fmla="*/ 36811 w 49418"/>
              <a:gd name="connsiteY13" fmla="*/ 2041 h 23326"/>
              <a:gd name="connsiteX14" fmla="*/ 35053 w 49418"/>
              <a:gd name="connsiteY14" fmla="*/ 2005 h 23326"/>
              <a:gd name="connsiteX15" fmla="*/ 23821 w 49418"/>
              <a:gd name="connsiteY15" fmla="*/ 2926 h 23326"/>
              <a:gd name="connsiteX16" fmla="*/ 20936 w 49418"/>
              <a:gd name="connsiteY16" fmla="*/ 2681 h 23326"/>
              <a:gd name="connsiteX17" fmla="*/ 18399 w 49418"/>
              <a:gd name="connsiteY17" fmla="*/ 1938 h 23326"/>
              <a:gd name="connsiteX18" fmla="*/ 16228 w 49418"/>
              <a:gd name="connsiteY18" fmla="*/ 901 h 23326"/>
              <a:gd name="connsiteX19" fmla="*/ 13038 w 49418"/>
              <a:gd name="connsiteY19" fmla="*/ 3 h 23326"/>
              <a:gd name="connsiteX0" fmla="*/ 13038 w 49437"/>
              <a:gd name="connsiteY0" fmla="*/ 3 h 23326"/>
              <a:gd name="connsiteX1" fmla="*/ 5056 w 49437"/>
              <a:gd name="connsiteY1" fmla="*/ 1434 h 23326"/>
              <a:gd name="connsiteX2" fmla="*/ 81 w 49437"/>
              <a:gd name="connsiteY2" fmla="*/ 9362 h 23326"/>
              <a:gd name="connsiteX3" fmla="*/ 6212 w 49437"/>
              <a:gd name="connsiteY3" fmla="*/ 15285 h 23326"/>
              <a:gd name="connsiteX4" fmla="*/ 13023 w 49437"/>
              <a:gd name="connsiteY4" fmla="*/ 16862 h 23326"/>
              <a:gd name="connsiteX5" fmla="*/ 19095 w 49437"/>
              <a:gd name="connsiteY5" fmla="*/ 19465 h 23326"/>
              <a:gd name="connsiteX6" fmla="*/ 28005 w 49437"/>
              <a:gd name="connsiteY6" fmla="*/ 22132 h 23326"/>
              <a:gd name="connsiteX7" fmla="*/ 40235 w 49437"/>
              <a:gd name="connsiteY7" fmla="*/ 21544 h 23326"/>
              <a:gd name="connsiteX8" fmla="*/ 44850 w 49437"/>
              <a:gd name="connsiteY8" fmla="*/ 23114 h 23326"/>
              <a:gd name="connsiteX9" fmla="*/ 46556 w 49437"/>
              <a:gd name="connsiteY9" fmla="*/ 16052 h 23326"/>
              <a:gd name="connsiteX10" fmla="*/ 47058 w 49437"/>
              <a:gd name="connsiteY10" fmla="*/ 14573 h 23326"/>
              <a:gd name="connsiteX11" fmla="*/ 49026 w 49437"/>
              <a:gd name="connsiteY11" fmla="*/ 6258 h 23326"/>
              <a:gd name="connsiteX12" fmla="*/ 38354 w 49437"/>
              <a:gd name="connsiteY12" fmla="*/ 2038 h 23326"/>
              <a:gd name="connsiteX13" fmla="*/ 36811 w 49437"/>
              <a:gd name="connsiteY13" fmla="*/ 2041 h 23326"/>
              <a:gd name="connsiteX14" fmla="*/ 35053 w 49437"/>
              <a:gd name="connsiteY14" fmla="*/ 2005 h 23326"/>
              <a:gd name="connsiteX15" fmla="*/ 23821 w 49437"/>
              <a:gd name="connsiteY15" fmla="*/ 2926 h 23326"/>
              <a:gd name="connsiteX16" fmla="*/ 20936 w 49437"/>
              <a:gd name="connsiteY16" fmla="*/ 2681 h 23326"/>
              <a:gd name="connsiteX17" fmla="*/ 18399 w 49437"/>
              <a:gd name="connsiteY17" fmla="*/ 1938 h 23326"/>
              <a:gd name="connsiteX18" fmla="*/ 16228 w 49437"/>
              <a:gd name="connsiteY18" fmla="*/ 901 h 23326"/>
              <a:gd name="connsiteX19" fmla="*/ 13038 w 49437"/>
              <a:gd name="connsiteY19" fmla="*/ 3 h 2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37" h="23326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797" y="24029"/>
                  <a:pt x="44850" y="23114"/>
                </a:cubicBezTo>
                <a:cubicBezTo>
                  <a:pt x="45903" y="22199"/>
                  <a:pt x="46051" y="17433"/>
                  <a:pt x="46556" y="16052"/>
                </a:cubicBezTo>
                <a:cubicBezTo>
                  <a:pt x="47085" y="14606"/>
                  <a:pt x="46475" y="16152"/>
                  <a:pt x="47058" y="14573"/>
                </a:cubicBezTo>
                <a:cubicBezTo>
                  <a:pt x="47671" y="12913"/>
                  <a:pt x="50477" y="8347"/>
                  <a:pt x="49026" y="6258"/>
                </a:cubicBezTo>
                <a:cubicBezTo>
                  <a:pt x="47575" y="4169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9D1D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Q4, 2022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 userDrawn="1"/>
        </p:nvSpPr>
        <p:spPr>
          <a:xfrm rot="20454787">
            <a:off x="9012521" y="4405860"/>
            <a:ext cx="1596508" cy="1596508"/>
          </a:xfrm>
          <a:prstGeom prst="rect">
            <a:avLst/>
          </a:prstGeom>
          <a:blipFill dpi="0" rotWithShape="1">
            <a:blip r:embed="rId5">
              <a:alphaModFix amt="65000"/>
              <a:duotone>
                <a:prstClr val="black"/>
                <a:srgbClr val="8E9FB8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Texturizer/>
                      </a14:imgEffect>
                      <a14:imgEffect>
                        <a14:sharpenSoften amount="17000"/>
                      </a14:imgEffect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  <a14:imgEffect>
                        <a14:brightnessContrast bright="8000" contrast="56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3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3;p16"/>
          <p:cNvSpPr/>
          <p:nvPr userDrawn="1"/>
        </p:nvSpPr>
        <p:spPr>
          <a:xfrm rot="9911247">
            <a:off x="5796412" y="-2741723"/>
            <a:ext cx="5156265" cy="3559925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6811 w 49255"/>
              <a:gd name="connsiteY13" fmla="*/ 2041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8730 w 49255"/>
              <a:gd name="connsiteY13" fmla="*/ 1816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046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202" y="8209"/>
                  <a:pt x="49026" y="6258"/>
                </a:cubicBezTo>
                <a:cubicBezTo>
                  <a:pt x="48850" y="4307"/>
                  <a:pt x="47955" y="4074"/>
                  <a:pt x="46032" y="2978"/>
                </a:cubicBezTo>
                <a:cubicBezTo>
                  <a:pt x="43667" y="2268"/>
                  <a:pt x="41968" y="1881"/>
                  <a:pt x="38730" y="1816"/>
                </a:cubicBezTo>
                <a:cubicBezTo>
                  <a:pt x="38080" y="1816"/>
                  <a:pt x="37538" y="1820"/>
                  <a:pt x="35053" y="2005"/>
                </a:cubicBezTo>
                <a:cubicBezTo>
                  <a:pt x="32568" y="2190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9D1D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3;p16"/>
          <p:cNvSpPr/>
          <p:nvPr userDrawn="1"/>
        </p:nvSpPr>
        <p:spPr>
          <a:xfrm rot="18980374">
            <a:off x="8636052" y="1665895"/>
            <a:ext cx="6100548" cy="4758729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189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687" y="9039"/>
                  <a:pt x="49026" y="6258"/>
                </a:cubicBezTo>
                <a:cubicBezTo>
                  <a:pt x="48081" y="2262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9D1D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矩形 14"/>
          <p:cNvSpPr/>
          <p:nvPr userDrawn="1"/>
        </p:nvSpPr>
        <p:spPr>
          <a:xfrm>
            <a:off x="10146450" y="3734595"/>
            <a:ext cx="2754745" cy="2754745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133;p16"/>
          <p:cNvSpPr/>
          <p:nvPr userDrawn="1"/>
        </p:nvSpPr>
        <p:spPr>
          <a:xfrm rot="690629">
            <a:off x="-1335200" y="3118129"/>
            <a:ext cx="6131305" cy="4195484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50"/>
              <a:gd name="connsiteY0" fmla="*/ 3 h 23334"/>
              <a:gd name="connsiteX1" fmla="*/ 5056 w 49150"/>
              <a:gd name="connsiteY1" fmla="*/ 1434 h 23334"/>
              <a:gd name="connsiteX2" fmla="*/ 81 w 49150"/>
              <a:gd name="connsiteY2" fmla="*/ 9362 h 23334"/>
              <a:gd name="connsiteX3" fmla="*/ 6212 w 49150"/>
              <a:gd name="connsiteY3" fmla="*/ 15285 h 23334"/>
              <a:gd name="connsiteX4" fmla="*/ 13023 w 49150"/>
              <a:gd name="connsiteY4" fmla="*/ 16862 h 23334"/>
              <a:gd name="connsiteX5" fmla="*/ 19095 w 49150"/>
              <a:gd name="connsiteY5" fmla="*/ 19465 h 23334"/>
              <a:gd name="connsiteX6" fmla="*/ 28005 w 49150"/>
              <a:gd name="connsiteY6" fmla="*/ 22132 h 23334"/>
              <a:gd name="connsiteX7" fmla="*/ 40235 w 49150"/>
              <a:gd name="connsiteY7" fmla="*/ 21544 h 23334"/>
              <a:gd name="connsiteX8" fmla="*/ 44850 w 49150"/>
              <a:gd name="connsiteY8" fmla="*/ 23114 h 23334"/>
              <a:gd name="connsiteX9" fmla="*/ 46475 w 49150"/>
              <a:gd name="connsiteY9" fmla="*/ 15919 h 23334"/>
              <a:gd name="connsiteX10" fmla="*/ 47091 w 49150"/>
              <a:gd name="connsiteY10" fmla="*/ 14684 h 23334"/>
              <a:gd name="connsiteX11" fmla="*/ 49026 w 49150"/>
              <a:gd name="connsiteY11" fmla="*/ 6258 h 23334"/>
              <a:gd name="connsiteX12" fmla="*/ 38354 w 49150"/>
              <a:gd name="connsiteY12" fmla="*/ 2038 h 23334"/>
              <a:gd name="connsiteX13" fmla="*/ 36811 w 49150"/>
              <a:gd name="connsiteY13" fmla="*/ 2041 h 23334"/>
              <a:gd name="connsiteX14" fmla="*/ 35053 w 49150"/>
              <a:gd name="connsiteY14" fmla="*/ 2005 h 23334"/>
              <a:gd name="connsiteX15" fmla="*/ 23821 w 49150"/>
              <a:gd name="connsiteY15" fmla="*/ 2926 h 23334"/>
              <a:gd name="connsiteX16" fmla="*/ 20936 w 49150"/>
              <a:gd name="connsiteY16" fmla="*/ 2681 h 23334"/>
              <a:gd name="connsiteX17" fmla="*/ 18399 w 49150"/>
              <a:gd name="connsiteY17" fmla="*/ 1938 h 23334"/>
              <a:gd name="connsiteX18" fmla="*/ 16228 w 49150"/>
              <a:gd name="connsiteY18" fmla="*/ 901 h 23334"/>
              <a:gd name="connsiteX19" fmla="*/ 13038 w 49150"/>
              <a:gd name="connsiteY19" fmla="*/ 3 h 23334"/>
              <a:gd name="connsiteX0" fmla="*/ 13038 w 49404"/>
              <a:gd name="connsiteY0" fmla="*/ 3 h 23334"/>
              <a:gd name="connsiteX1" fmla="*/ 5056 w 49404"/>
              <a:gd name="connsiteY1" fmla="*/ 1434 h 23334"/>
              <a:gd name="connsiteX2" fmla="*/ 81 w 49404"/>
              <a:gd name="connsiteY2" fmla="*/ 9362 h 23334"/>
              <a:gd name="connsiteX3" fmla="*/ 6212 w 49404"/>
              <a:gd name="connsiteY3" fmla="*/ 15285 h 23334"/>
              <a:gd name="connsiteX4" fmla="*/ 13023 w 49404"/>
              <a:gd name="connsiteY4" fmla="*/ 16862 h 23334"/>
              <a:gd name="connsiteX5" fmla="*/ 19095 w 49404"/>
              <a:gd name="connsiteY5" fmla="*/ 19465 h 23334"/>
              <a:gd name="connsiteX6" fmla="*/ 28005 w 49404"/>
              <a:gd name="connsiteY6" fmla="*/ 22132 h 23334"/>
              <a:gd name="connsiteX7" fmla="*/ 40235 w 49404"/>
              <a:gd name="connsiteY7" fmla="*/ 21544 h 23334"/>
              <a:gd name="connsiteX8" fmla="*/ 44850 w 49404"/>
              <a:gd name="connsiteY8" fmla="*/ 23114 h 23334"/>
              <a:gd name="connsiteX9" fmla="*/ 46475 w 49404"/>
              <a:gd name="connsiteY9" fmla="*/ 15919 h 23334"/>
              <a:gd name="connsiteX10" fmla="*/ 46962 w 49404"/>
              <a:gd name="connsiteY10" fmla="*/ 14673 h 23334"/>
              <a:gd name="connsiteX11" fmla="*/ 49026 w 49404"/>
              <a:gd name="connsiteY11" fmla="*/ 6258 h 23334"/>
              <a:gd name="connsiteX12" fmla="*/ 38354 w 49404"/>
              <a:gd name="connsiteY12" fmla="*/ 2038 h 23334"/>
              <a:gd name="connsiteX13" fmla="*/ 36811 w 49404"/>
              <a:gd name="connsiteY13" fmla="*/ 2041 h 23334"/>
              <a:gd name="connsiteX14" fmla="*/ 35053 w 49404"/>
              <a:gd name="connsiteY14" fmla="*/ 2005 h 23334"/>
              <a:gd name="connsiteX15" fmla="*/ 23821 w 49404"/>
              <a:gd name="connsiteY15" fmla="*/ 2926 h 23334"/>
              <a:gd name="connsiteX16" fmla="*/ 20936 w 49404"/>
              <a:gd name="connsiteY16" fmla="*/ 2681 h 23334"/>
              <a:gd name="connsiteX17" fmla="*/ 18399 w 49404"/>
              <a:gd name="connsiteY17" fmla="*/ 1938 h 23334"/>
              <a:gd name="connsiteX18" fmla="*/ 16228 w 49404"/>
              <a:gd name="connsiteY18" fmla="*/ 901 h 23334"/>
              <a:gd name="connsiteX19" fmla="*/ 13038 w 49404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8"/>
              <a:gd name="connsiteY0" fmla="*/ 3 h 23326"/>
              <a:gd name="connsiteX1" fmla="*/ 5056 w 49418"/>
              <a:gd name="connsiteY1" fmla="*/ 1434 h 23326"/>
              <a:gd name="connsiteX2" fmla="*/ 81 w 49418"/>
              <a:gd name="connsiteY2" fmla="*/ 9362 h 23326"/>
              <a:gd name="connsiteX3" fmla="*/ 6212 w 49418"/>
              <a:gd name="connsiteY3" fmla="*/ 15285 h 23326"/>
              <a:gd name="connsiteX4" fmla="*/ 13023 w 49418"/>
              <a:gd name="connsiteY4" fmla="*/ 16862 h 23326"/>
              <a:gd name="connsiteX5" fmla="*/ 19095 w 49418"/>
              <a:gd name="connsiteY5" fmla="*/ 19465 h 23326"/>
              <a:gd name="connsiteX6" fmla="*/ 28005 w 49418"/>
              <a:gd name="connsiteY6" fmla="*/ 22132 h 23326"/>
              <a:gd name="connsiteX7" fmla="*/ 40235 w 49418"/>
              <a:gd name="connsiteY7" fmla="*/ 21544 h 23326"/>
              <a:gd name="connsiteX8" fmla="*/ 44850 w 49418"/>
              <a:gd name="connsiteY8" fmla="*/ 23114 h 23326"/>
              <a:gd name="connsiteX9" fmla="*/ 46556 w 49418"/>
              <a:gd name="connsiteY9" fmla="*/ 16052 h 23326"/>
              <a:gd name="connsiteX10" fmla="*/ 47058 w 49418"/>
              <a:gd name="connsiteY10" fmla="*/ 14573 h 23326"/>
              <a:gd name="connsiteX11" fmla="*/ 49026 w 49418"/>
              <a:gd name="connsiteY11" fmla="*/ 6258 h 23326"/>
              <a:gd name="connsiteX12" fmla="*/ 38354 w 49418"/>
              <a:gd name="connsiteY12" fmla="*/ 2038 h 23326"/>
              <a:gd name="connsiteX13" fmla="*/ 36811 w 49418"/>
              <a:gd name="connsiteY13" fmla="*/ 2041 h 23326"/>
              <a:gd name="connsiteX14" fmla="*/ 35053 w 49418"/>
              <a:gd name="connsiteY14" fmla="*/ 2005 h 23326"/>
              <a:gd name="connsiteX15" fmla="*/ 23821 w 49418"/>
              <a:gd name="connsiteY15" fmla="*/ 2926 h 23326"/>
              <a:gd name="connsiteX16" fmla="*/ 20936 w 49418"/>
              <a:gd name="connsiteY16" fmla="*/ 2681 h 23326"/>
              <a:gd name="connsiteX17" fmla="*/ 18399 w 49418"/>
              <a:gd name="connsiteY17" fmla="*/ 1938 h 23326"/>
              <a:gd name="connsiteX18" fmla="*/ 16228 w 49418"/>
              <a:gd name="connsiteY18" fmla="*/ 901 h 23326"/>
              <a:gd name="connsiteX19" fmla="*/ 13038 w 49418"/>
              <a:gd name="connsiteY19" fmla="*/ 3 h 23326"/>
              <a:gd name="connsiteX0" fmla="*/ 13038 w 49437"/>
              <a:gd name="connsiteY0" fmla="*/ 3 h 23326"/>
              <a:gd name="connsiteX1" fmla="*/ 5056 w 49437"/>
              <a:gd name="connsiteY1" fmla="*/ 1434 h 23326"/>
              <a:gd name="connsiteX2" fmla="*/ 81 w 49437"/>
              <a:gd name="connsiteY2" fmla="*/ 9362 h 23326"/>
              <a:gd name="connsiteX3" fmla="*/ 6212 w 49437"/>
              <a:gd name="connsiteY3" fmla="*/ 15285 h 23326"/>
              <a:gd name="connsiteX4" fmla="*/ 13023 w 49437"/>
              <a:gd name="connsiteY4" fmla="*/ 16862 h 23326"/>
              <a:gd name="connsiteX5" fmla="*/ 19095 w 49437"/>
              <a:gd name="connsiteY5" fmla="*/ 19465 h 23326"/>
              <a:gd name="connsiteX6" fmla="*/ 28005 w 49437"/>
              <a:gd name="connsiteY6" fmla="*/ 22132 h 23326"/>
              <a:gd name="connsiteX7" fmla="*/ 40235 w 49437"/>
              <a:gd name="connsiteY7" fmla="*/ 21544 h 23326"/>
              <a:gd name="connsiteX8" fmla="*/ 44850 w 49437"/>
              <a:gd name="connsiteY8" fmla="*/ 23114 h 23326"/>
              <a:gd name="connsiteX9" fmla="*/ 46556 w 49437"/>
              <a:gd name="connsiteY9" fmla="*/ 16052 h 23326"/>
              <a:gd name="connsiteX10" fmla="*/ 47058 w 49437"/>
              <a:gd name="connsiteY10" fmla="*/ 14573 h 23326"/>
              <a:gd name="connsiteX11" fmla="*/ 49026 w 49437"/>
              <a:gd name="connsiteY11" fmla="*/ 6258 h 23326"/>
              <a:gd name="connsiteX12" fmla="*/ 38354 w 49437"/>
              <a:gd name="connsiteY12" fmla="*/ 2038 h 23326"/>
              <a:gd name="connsiteX13" fmla="*/ 36811 w 49437"/>
              <a:gd name="connsiteY13" fmla="*/ 2041 h 23326"/>
              <a:gd name="connsiteX14" fmla="*/ 35053 w 49437"/>
              <a:gd name="connsiteY14" fmla="*/ 2005 h 23326"/>
              <a:gd name="connsiteX15" fmla="*/ 23821 w 49437"/>
              <a:gd name="connsiteY15" fmla="*/ 2926 h 23326"/>
              <a:gd name="connsiteX16" fmla="*/ 20936 w 49437"/>
              <a:gd name="connsiteY16" fmla="*/ 2681 h 23326"/>
              <a:gd name="connsiteX17" fmla="*/ 18399 w 49437"/>
              <a:gd name="connsiteY17" fmla="*/ 1938 h 23326"/>
              <a:gd name="connsiteX18" fmla="*/ 16228 w 49437"/>
              <a:gd name="connsiteY18" fmla="*/ 901 h 23326"/>
              <a:gd name="connsiteX19" fmla="*/ 13038 w 49437"/>
              <a:gd name="connsiteY19" fmla="*/ 3 h 2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37" h="23326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797" y="24029"/>
                  <a:pt x="44850" y="23114"/>
                </a:cubicBezTo>
                <a:cubicBezTo>
                  <a:pt x="45903" y="22199"/>
                  <a:pt x="46051" y="17433"/>
                  <a:pt x="46556" y="16052"/>
                </a:cubicBezTo>
                <a:cubicBezTo>
                  <a:pt x="47085" y="14606"/>
                  <a:pt x="46475" y="16152"/>
                  <a:pt x="47058" y="14573"/>
                </a:cubicBezTo>
                <a:cubicBezTo>
                  <a:pt x="47671" y="12913"/>
                  <a:pt x="50477" y="8347"/>
                  <a:pt x="49026" y="6258"/>
                </a:cubicBezTo>
                <a:cubicBezTo>
                  <a:pt x="47575" y="4169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9D1D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Q4, 2022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 userDrawn="1"/>
        </p:nvSpPr>
        <p:spPr>
          <a:xfrm rot="20454787">
            <a:off x="9012521" y="4405860"/>
            <a:ext cx="1596508" cy="1596508"/>
          </a:xfrm>
          <a:prstGeom prst="rect">
            <a:avLst/>
          </a:prstGeom>
          <a:blipFill dpi="0" rotWithShape="1">
            <a:blip r:embed="rId5">
              <a:alphaModFix amt="6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06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3;p16"/>
          <p:cNvSpPr/>
          <p:nvPr userDrawn="1"/>
        </p:nvSpPr>
        <p:spPr>
          <a:xfrm rot="9911247">
            <a:off x="5796412" y="-2741723"/>
            <a:ext cx="5156265" cy="3559925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6811 w 49255"/>
              <a:gd name="connsiteY13" fmla="*/ 2041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8730 w 49255"/>
              <a:gd name="connsiteY13" fmla="*/ 1816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046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202" y="8209"/>
                  <a:pt x="49026" y="6258"/>
                </a:cubicBezTo>
                <a:cubicBezTo>
                  <a:pt x="48850" y="4307"/>
                  <a:pt x="47955" y="4074"/>
                  <a:pt x="46032" y="2978"/>
                </a:cubicBezTo>
                <a:cubicBezTo>
                  <a:pt x="43667" y="2268"/>
                  <a:pt x="41968" y="1881"/>
                  <a:pt x="38730" y="1816"/>
                </a:cubicBezTo>
                <a:cubicBezTo>
                  <a:pt x="38080" y="1816"/>
                  <a:pt x="37538" y="1820"/>
                  <a:pt x="35053" y="2005"/>
                </a:cubicBezTo>
                <a:cubicBezTo>
                  <a:pt x="32568" y="2190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2BDC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3;p16"/>
          <p:cNvSpPr/>
          <p:nvPr userDrawn="1"/>
        </p:nvSpPr>
        <p:spPr>
          <a:xfrm rot="18980374">
            <a:off x="8636052" y="1665895"/>
            <a:ext cx="6100548" cy="4758729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189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687" y="9039"/>
                  <a:pt x="49026" y="6258"/>
                </a:cubicBezTo>
                <a:cubicBezTo>
                  <a:pt x="48081" y="2262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2BDC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矩形 14"/>
          <p:cNvSpPr/>
          <p:nvPr userDrawn="1"/>
        </p:nvSpPr>
        <p:spPr>
          <a:xfrm>
            <a:off x="10146450" y="3699030"/>
            <a:ext cx="2754745" cy="2754745"/>
          </a:xfrm>
          <a:prstGeom prst="rect">
            <a:avLst/>
          </a:prstGeom>
          <a:blipFill dpi="0" rotWithShape="1">
            <a:blip r:embed="rId2">
              <a:alphaModFix amt="70000"/>
              <a:duotone>
                <a:prstClr val="black"/>
                <a:srgbClr val="C2BDCD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  <a14:imgEffect>
                        <a14:colorTemperature colorTemp="11500"/>
                      </a14:imgEffect>
                      <a14:imgEffect>
                        <a14:saturation sat="400000"/>
                      </a14:imgEffect>
                      <a14:imgEffect>
                        <a14:brightnessContrast bright="47000" contrast="-56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133;p16"/>
          <p:cNvSpPr/>
          <p:nvPr userDrawn="1"/>
        </p:nvSpPr>
        <p:spPr>
          <a:xfrm rot="690629">
            <a:off x="-1335200" y="3118129"/>
            <a:ext cx="6131305" cy="4195484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50"/>
              <a:gd name="connsiteY0" fmla="*/ 3 h 23334"/>
              <a:gd name="connsiteX1" fmla="*/ 5056 w 49150"/>
              <a:gd name="connsiteY1" fmla="*/ 1434 h 23334"/>
              <a:gd name="connsiteX2" fmla="*/ 81 w 49150"/>
              <a:gd name="connsiteY2" fmla="*/ 9362 h 23334"/>
              <a:gd name="connsiteX3" fmla="*/ 6212 w 49150"/>
              <a:gd name="connsiteY3" fmla="*/ 15285 h 23334"/>
              <a:gd name="connsiteX4" fmla="*/ 13023 w 49150"/>
              <a:gd name="connsiteY4" fmla="*/ 16862 h 23334"/>
              <a:gd name="connsiteX5" fmla="*/ 19095 w 49150"/>
              <a:gd name="connsiteY5" fmla="*/ 19465 h 23334"/>
              <a:gd name="connsiteX6" fmla="*/ 28005 w 49150"/>
              <a:gd name="connsiteY6" fmla="*/ 22132 h 23334"/>
              <a:gd name="connsiteX7" fmla="*/ 40235 w 49150"/>
              <a:gd name="connsiteY7" fmla="*/ 21544 h 23334"/>
              <a:gd name="connsiteX8" fmla="*/ 44850 w 49150"/>
              <a:gd name="connsiteY8" fmla="*/ 23114 h 23334"/>
              <a:gd name="connsiteX9" fmla="*/ 46475 w 49150"/>
              <a:gd name="connsiteY9" fmla="*/ 15919 h 23334"/>
              <a:gd name="connsiteX10" fmla="*/ 47091 w 49150"/>
              <a:gd name="connsiteY10" fmla="*/ 14684 h 23334"/>
              <a:gd name="connsiteX11" fmla="*/ 49026 w 49150"/>
              <a:gd name="connsiteY11" fmla="*/ 6258 h 23334"/>
              <a:gd name="connsiteX12" fmla="*/ 38354 w 49150"/>
              <a:gd name="connsiteY12" fmla="*/ 2038 h 23334"/>
              <a:gd name="connsiteX13" fmla="*/ 36811 w 49150"/>
              <a:gd name="connsiteY13" fmla="*/ 2041 h 23334"/>
              <a:gd name="connsiteX14" fmla="*/ 35053 w 49150"/>
              <a:gd name="connsiteY14" fmla="*/ 2005 h 23334"/>
              <a:gd name="connsiteX15" fmla="*/ 23821 w 49150"/>
              <a:gd name="connsiteY15" fmla="*/ 2926 h 23334"/>
              <a:gd name="connsiteX16" fmla="*/ 20936 w 49150"/>
              <a:gd name="connsiteY16" fmla="*/ 2681 h 23334"/>
              <a:gd name="connsiteX17" fmla="*/ 18399 w 49150"/>
              <a:gd name="connsiteY17" fmla="*/ 1938 h 23334"/>
              <a:gd name="connsiteX18" fmla="*/ 16228 w 49150"/>
              <a:gd name="connsiteY18" fmla="*/ 901 h 23334"/>
              <a:gd name="connsiteX19" fmla="*/ 13038 w 49150"/>
              <a:gd name="connsiteY19" fmla="*/ 3 h 23334"/>
              <a:gd name="connsiteX0" fmla="*/ 13038 w 49404"/>
              <a:gd name="connsiteY0" fmla="*/ 3 h 23334"/>
              <a:gd name="connsiteX1" fmla="*/ 5056 w 49404"/>
              <a:gd name="connsiteY1" fmla="*/ 1434 h 23334"/>
              <a:gd name="connsiteX2" fmla="*/ 81 w 49404"/>
              <a:gd name="connsiteY2" fmla="*/ 9362 h 23334"/>
              <a:gd name="connsiteX3" fmla="*/ 6212 w 49404"/>
              <a:gd name="connsiteY3" fmla="*/ 15285 h 23334"/>
              <a:gd name="connsiteX4" fmla="*/ 13023 w 49404"/>
              <a:gd name="connsiteY4" fmla="*/ 16862 h 23334"/>
              <a:gd name="connsiteX5" fmla="*/ 19095 w 49404"/>
              <a:gd name="connsiteY5" fmla="*/ 19465 h 23334"/>
              <a:gd name="connsiteX6" fmla="*/ 28005 w 49404"/>
              <a:gd name="connsiteY6" fmla="*/ 22132 h 23334"/>
              <a:gd name="connsiteX7" fmla="*/ 40235 w 49404"/>
              <a:gd name="connsiteY7" fmla="*/ 21544 h 23334"/>
              <a:gd name="connsiteX8" fmla="*/ 44850 w 49404"/>
              <a:gd name="connsiteY8" fmla="*/ 23114 h 23334"/>
              <a:gd name="connsiteX9" fmla="*/ 46475 w 49404"/>
              <a:gd name="connsiteY9" fmla="*/ 15919 h 23334"/>
              <a:gd name="connsiteX10" fmla="*/ 46962 w 49404"/>
              <a:gd name="connsiteY10" fmla="*/ 14673 h 23334"/>
              <a:gd name="connsiteX11" fmla="*/ 49026 w 49404"/>
              <a:gd name="connsiteY11" fmla="*/ 6258 h 23334"/>
              <a:gd name="connsiteX12" fmla="*/ 38354 w 49404"/>
              <a:gd name="connsiteY12" fmla="*/ 2038 h 23334"/>
              <a:gd name="connsiteX13" fmla="*/ 36811 w 49404"/>
              <a:gd name="connsiteY13" fmla="*/ 2041 h 23334"/>
              <a:gd name="connsiteX14" fmla="*/ 35053 w 49404"/>
              <a:gd name="connsiteY14" fmla="*/ 2005 h 23334"/>
              <a:gd name="connsiteX15" fmla="*/ 23821 w 49404"/>
              <a:gd name="connsiteY15" fmla="*/ 2926 h 23334"/>
              <a:gd name="connsiteX16" fmla="*/ 20936 w 49404"/>
              <a:gd name="connsiteY16" fmla="*/ 2681 h 23334"/>
              <a:gd name="connsiteX17" fmla="*/ 18399 w 49404"/>
              <a:gd name="connsiteY17" fmla="*/ 1938 h 23334"/>
              <a:gd name="connsiteX18" fmla="*/ 16228 w 49404"/>
              <a:gd name="connsiteY18" fmla="*/ 901 h 23334"/>
              <a:gd name="connsiteX19" fmla="*/ 13038 w 49404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8"/>
              <a:gd name="connsiteY0" fmla="*/ 3 h 23326"/>
              <a:gd name="connsiteX1" fmla="*/ 5056 w 49418"/>
              <a:gd name="connsiteY1" fmla="*/ 1434 h 23326"/>
              <a:gd name="connsiteX2" fmla="*/ 81 w 49418"/>
              <a:gd name="connsiteY2" fmla="*/ 9362 h 23326"/>
              <a:gd name="connsiteX3" fmla="*/ 6212 w 49418"/>
              <a:gd name="connsiteY3" fmla="*/ 15285 h 23326"/>
              <a:gd name="connsiteX4" fmla="*/ 13023 w 49418"/>
              <a:gd name="connsiteY4" fmla="*/ 16862 h 23326"/>
              <a:gd name="connsiteX5" fmla="*/ 19095 w 49418"/>
              <a:gd name="connsiteY5" fmla="*/ 19465 h 23326"/>
              <a:gd name="connsiteX6" fmla="*/ 28005 w 49418"/>
              <a:gd name="connsiteY6" fmla="*/ 22132 h 23326"/>
              <a:gd name="connsiteX7" fmla="*/ 40235 w 49418"/>
              <a:gd name="connsiteY7" fmla="*/ 21544 h 23326"/>
              <a:gd name="connsiteX8" fmla="*/ 44850 w 49418"/>
              <a:gd name="connsiteY8" fmla="*/ 23114 h 23326"/>
              <a:gd name="connsiteX9" fmla="*/ 46556 w 49418"/>
              <a:gd name="connsiteY9" fmla="*/ 16052 h 23326"/>
              <a:gd name="connsiteX10" fmla="*/ 47058 w 49418"/>
              <a:gd name="connsiteY10" fmla="*/ 14573 h 23326"/>
              <a:gd name="connsiteX11" fmla="*/ 49026 w 49418"/>
              <a:gd name="connsiteY11" fmla="*/ 6258 h 23326"/>
              <a:gd name="connsiteX12" fmla="*/ 38354 w 49418"/>
              <a:gd name="connsiteY12" fmla="*/ 2038 h 23326"/>
              <a:gd name="connsiteX13" fmla="*/ 36811 w 49418"/>
              <a:gd name="connsiteY13" fmla="*/ 2041 h 23326"/>
              <a:gd name="connsiteX14" fmla="*/ 35053 w 49418"/>
              <a:gd name="connsiteY14" fmla="*/ 2005 h 23326"/>
              <a:gd name="connsiteX15" fmla="*/ 23821 w 49418"/>
              <a:gd name="connsiteY15" fmla="*/ 2926 h 23326"/>
              <a:gd name="connsiteX16" fmla="*/ 20936 w 49418"/>
              <a:gd name="connsiteY16" fmla="*/ 2681 h 23326"/>
              <a:gd name="connsiteX17" fmla="*/ 18399 w 49418"/>
              <a:gd name="connsiteY17" fmla="*/ 1938 h 23326"/>
              <a:gd name="connsiteX18" fmla="*/ 16228 w 49418"/>
              <a:gd name="connsiteY18" fmla="*/ 901 h 23326"/>
              <a:gd name="connsiteX19" fmla="*/ 13038 w 49418"/>
              <a:gd name="connsiteY19" fmla="*/ 3 h 23326"/>
              <a:gd name="connsiteX0" fmla="*/ 13038 w 49437"/>
              <a:gd name="connsiteY0" fmla="*/ 3 h 23326"/>
              <a:gd name="connsiteX1" fmla="*/ 5056 w 49437"/>
              <a:gd name="connsiteY1" fmla="*/ 1434 h 23326"/>
              <a:gd name="connsiteX2" fmla="*/ 81 w 49437"/>
              <a:gd name="connsiteY2" fmla="*/ 9362 h 23326"/>
              <a:gd name="connsiteX3" fmla="*/ 6212 w 49437"/>
              <a:gd name="connsiteY3" fmla="*/ 15285 h 23326"/>
              <a:gd name="connsiteX4" fmla="*/ 13023 w 49437"/>
              <a:gd name="connsiteY4" fmla="*/ 16862 h 23326"/>
              <a:gd name="connsiteX5" fmla="*/ 19095 w 49437"/>
              <a:gd name="connsiteY5" fmla="*/ 19465 h 23326"/>
              <a:gd name="connsiteX6" fmla="*/ 28005 w 49437"/>
              <a:gd name="connsiteY6" fmla="*/ 22132 h 23326"/>
              <a:gd name="connsiteX7" fmla="*/ 40235 w 49437"/>
              <a:gd name="connsiteY7" fmla="*/ 21544 h 23326"/>
              <a:gd name="connsiteX8" fmla="*/ 44850 w 49437"/>
              <a:gd name="connsiteY8" fmla="*/ 23114 h 23326"/>
              <a:gd name="connsiteX9" fmla="*/ 46556 w 49437"/>
              <a:gd name="connsiteY9" fmla="*/ 16052 h 23326"/>
              <a:gd name="connsiteX10" fmla="*/ 47058 w 49437"/>
              <a:gd name="connsiteY10" fmla="*/ 14573 h 23326"/>
              <a:gd name="connsiteX11" fmla="*/ 49026 w 49437"/>
              <a:gd name="connsiteY11" fmla="*/ 6258 h 23326"/>
              <a:gd name="connsiteX12" fmla="*/ 38354 w 49437"/>
              <a:gd name="connsiteY12" fmla="*/ 2038 h 23326"/>
              <a:gd name="connsiteX13" fmla="*/ 36811 w 49437"/>
              <a:gd name="connsiteY13" fmla="*/ 2041 h 23326"/>
              <a:gd name="connsiteX14" fmla="*/ 35053 w 49437"/>
              <a:gd name="connsiteY14" fmla="*/ 2005 h 23326"/>
              <a:gd name="connsiteX15" fmla="*/ 23821 w 49437"/>
              <a:gd name="connsiteY15" fmla="*/ 2926 h 23326"/>
              <a:gd name="connsiteX16" fmla="*/ 20936 w 49437"/>
              <a:gd name="connsiteY16" fmla="*/ 2681 h 23326"/>
              <a:gd name="connsiteX17" fmla="*/ 18399 w 49437"/>
              <a:gd name="connsiteY17" fmla="*/ 1938 h 23326"/>
              <a:gd name="connsiteX18" fmla="*/ 16228 w 49437"/>
              <a:gd name="connsiteY18" fmla="*/ 901 h 23326"/>
              <a:gd name="connsiteX19" fmla="*/ 13038 w 49437"/>
              <a:gd name="connsiteY19" fmla="*/ 3 h 2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37" h="23326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797" y="24029"/>
                  <a:pt x="44850" y="23114"/>
                </a:cubicBezTo>
                <a:cubicBezTo>
                  <a:pt x="45903" y="22199"/>
                  <a:pt x="46051" y="17433"/>
                  <a:pt x="46556" y="16052"/>
                </a:cubicBezTo>
                <a:cubicBezTo>
                  <a:pt x="47085" y="14606"/>
                  <a:pt x="46475" y="16152"/>
                  <a:pt x="47058" y="14573"/>
                </a:cubicBezTo>
                <a:cubicBezTo>
                  <a:pt x="47671" y="12913"/>
                  <a:pt x="50477" y="8347"/>
                  <a:pt x="49026" y="6258"/>
                </a:cubicBezTo>
                <a:cubicBezTo>
                  <a:pt x="47575" y="4169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2BDC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Q4, 2022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 userDrawn="1"/>
        </p:nvSpPr>
        <p:spPr>
          <a:xfrm rot="20454787">
            <a:off x="9012521" y="4405860"/>
            <a:ext cx="1596508" cy="1596508"/>
          </a:xfrm>
          <a:prstGeom prst="rect">
            <a:avLst/>
          </a:prstGeom>
          <a:blipFill dpi="0" rotWithShape="1">
            <a:blip r:embed="rId5">
              <a:alphaModFix amt="65000"/>
              <a:duotone>
                <a:prstClr val="black"/>
                <a:srgbClr val="C2BDCD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Texturizer/>
                      </a14:imgEffect>
                      <a14:imgEffect>
                        <a14:sharpenSoften amount="17000"/>
                      </a14:imgEffect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  <a14:imgEffect>
                        <a14:brightnessContrast bright="8000" contrast="56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763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3;p16"/>
          <p:cNvSpPr/>
          <p:nvPr userDrawn="1"/>
        </p:nvSpPr>
        <p:spPr>
          <a:xfrm rot="9911247">
            <a:off x="5796412" y="-2741723"/>
            <a:ext cx="5156265" cy="3559925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6811 w 49255"/>
              <a:gd name="connsiteY13" fmla="*/ 2041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8730 w 49255"/>
              <a:gd name="connsiteY13" fmla="*/ 1816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046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202" y="8209"/>
                  <a:pt x="49026" y="6258"/>
                </a:cubicBezTo>
                <a:cubicBezTo>
                  <a:pt x="48850" y="4307"/>
                  <a:pt x="47955" y="4074"/>
                  <a:pt x="46032" y="2978"/>
                </a:cubicBezTo>
                <a:cubicBezTo>
                  <a:pt x="43667" y="2268"/>
                  <a:pt x="41968" y="1881"/>
                  <a:pt x="38730" y="1816"/>
                </a:cubicBezTo>
                <a:cubicBezTo>
                  <a:pt x="38080" y="1816"/>
                  <a:pt x="37538" y="1820"/>
                  <a:pt x="35053" y="2005"/>
                </a:cubicBezTo>
                <a:cubicBezTo>
                  <a:pt x="32568" y="2190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2BDC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3;p16"/>
          <p:cNvSpPr/>
          <p:nvPr userDrawn="1"/>
        </p:nvSpPr>
        <p:spPr>
          <a:xfrm rot="18980374">
            <a:off x="8636052" y="1665895"/>
            <a:ext cx="6100548" cy="4758729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189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687" y="9039"/>
                  <a:pt x="49026" y="6258"/>
                </a:cubicBezTo>
                <a:cubicBezTo>
                  <a:pt x="48081" y="2262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2BDC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矩形 14"/>
          <p:cNvSpPr/>
          <p:nvPr userDrawn="1"/>
        </p:nvSpPr>
        <p:spPr>
          <a:xfrm>
            <a:off x="10146450" y="3744035"/>
            <a:ext cx="2754745" cy="2754745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133;p16"/>
          <p:cNvSpPr/>
          <p:nvPr userDrawn="1"/>
        </p:nvSpPr>
        <p:spPr>
          <a:xfrm rot="690629">
            <a:off x="-1335200" y="3118129"/>
            <a:ext cx="6131305" cy="4195484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50"/>
              <a:gd name="connsiteY0" fmla="*/ 3 h 23334"/>
              <a:gd name="connsiteX1" fmla="*/ 5056 w 49150"/>
              <a:gd name="connsiteY1" fmla="*/ 1434 h 23334"/>
              <a:gd name="connsiteX2" fmla="*/ 81 w 49150"/>
              <a:gd name="connsiteY2" fmla="*/ 9362 h 23334"/>
              <a:gd name="connsiteX3" fmla="*/ 6212 w 49150"/>
              <a:gd name="connsiteY3" fmla="*/ 15285 h 23334"/>
              <a:gd name="connsiteX4" fmla="*/ 13023 w 49150"/>
              <a:gd name="connsiteY4" fmla="*/ 16862 h 23334"/>
              <a:gd name="connsiteX5" fmla="*/ 19095 w 49150"/>
              <a:gd name="connsiteY5" fmla="*/ 19465 h 23334"/>
              <a:gd name="connsiteX6" fmla="*/ 28005 w 49150"/>
              <a:gd name="connsiteY6" fmla="*/ 22132 h 23334"/>
              <a:gd name="connsiteX7" fmla="*/ 40235 w 49150"/>
              <a:gd name="connsiteY7" fmla="*/ 21544 h 23334"/>
              <a:gd name="connsiteX8" fmla="*/ 44850 w 49150"/>
              <a:gd name="connsiteY8" fmla="*/ 23114 h 23334"/>
              <a:gd name="connsiteX9" fmla="*/ 46475 w 49150"/>
              <a:gd name="connsiteY9" fmla="*/ 15919 h 23334"/>
              <a:gd name="connsiteX10" fmla="*/ 47091 w 49150"/>
              <a:gd name="connsiteY10" fmla="*/ 14684 h 23334"/>
              <a:gd name="connsiteX11" fmla="*/ 49026 w 49150"/>
              <a:gd name="connsiteY11" fmla="*/ 6258 h 23334"/>
              <a:gd name="connsiteX12" fmla="*/ 38354 w 49150"/>
              <a:gd name="connsiteY12" fmla="*/ 2038 h 23334"/>
              <a:gd name="connsiteX13" fmla="*/ 36811 w 49150"/>
              <a:gd name="connsiteY13" fmla="*/ 2041 h 23334"/>
              <a:gd name="connsiteX14" fmla="*/ 35053 w 49150"/>
              <a:gd name="connsiteY14" fmla="*/ 2005 h 23334"/>
              <a:gd name="connsiteX15" fmla="*/ 23821 w 49150"/>
              <a:gd name="connsiteY15" fmla="*/ 2926 h 23334"/>
              <a:gd name="connsiteX16" fmla="*/ 20936 w 49150"/>
              <a:gd name="connsiteY16" fmla="*/ 2681 h 23334"/>
              <a:gd name="connsiteX17" fmla="*/ 18399 w 49150"/>
              <a:gd name="connsiteY17" fmla="*/ 1938 h 23334"/>
              <a:gd name="connsiteX18" fmla="*/ 16228 w 49150"/>
              <a:gd name="connsiteY18" fmla="*/ 901 h 23334"/>
              <a:gd name="connsiteX19" fmla="*/ 13038 w 49150"/>
              <a:gd name="connsiteY19" fmla="*/ 3 h 23334"/>
              <a:gd name="connsiteX0" fmla="*/ 13038 w 49404"/>
              <a:gd name="connsiteY0" fmla="*/ 3 h 23334"/>
              <a:gd name="connsiteX1" fmla="*/ 5056 w 49404"/>
              <a:gd name="connsiteY1" fmla="*/ 1434 h 23334"/>
              <a:gd name="connsiteX2" fmla="*/ 81 w 49404"/>
              <a:gd name="connsiteY2" fmla="*/ 9362 h 23334"/>
              <a:gd name="connsiteX3" fmla="*/ 6212 w 49404"/>
              <a:gd name="connsiteY3" fmla="*/ 15285 h 23334"/>
              <a:gd name="connsiteX4" fmla="*/ 13023 w 49404"/>
              <a:gd name="connsiteY4" fmla="*/ 16862 h 23334"/>
              <a:gd name="connsiteX5" fmla="*/ 19095 w 49404"/>
              <a:gd name="connsiteY5" fmla="*/ 19465 h 23334"/>
              <a:gd name="connsiteX6" fmla="*/ 28005 w 49404"/>
              <a:gd name="connsiteY6" fmla="*/ 22132 h 23334"/>
              <a:gd name="connsiteX7" fmla="*/ 40235 w 49404"/>
              <a:gd name="connsiteY7" fmla="*/ 21544 h 23334"/>
              <a:gd name="connsiteX8" fmla="*/ 44850 w 49404"/>
              <a:gd name="connsiteY8" fmla="*/ 23114 h 23334"/>
              <a:gd name="connsiteX9" fmla="*/ 46475 w 49404"/>
              <a:gd name="connsiteY9" fmla="*/ 15919 h 23334"/>
              <a:gd name="connsiteX10" fmla="*/ 46962 w 49404"/>
              <a:gd name="connsiteY10" fmla="*/ 14673 h 23334"/>
              <a:gd name="connsiteX11" fmla="*/ 49026 w 49404"/>
              <a:gd name="connsiteY11" fmla="*/ 6258 h 23334"/>
              <a:gd name="connsiteX12" fmla="*/ 38354 w 49404"/>
              <a:gd name="connsiteY12" fmla="*/ 2038 h 23334"/>
              <a:gd name="connsiteX13" fmla="*/ 36811 w 49404"/>
              <a:gd name="connsiteY13" fmla="*/ 2041 h 23334"/>
              <a:gd name="connsiteX14" fmla="*/ 35053 w 49404"/>
              <a:gd name="connsiteY14" fmla="*/ 2005 h 23334"/>
              <a:gd name="connsiteX15" fmla="*/ 23821 w 49404"/>
              <a:gd name="connsiteY15" fmla="*/ 2926 h 23334"/>
              <a:gd name="connsiteX16" fmla="*/ 20936 w 49404"/>
              <a:gd name="connsiteY16" fmla="*/ 2681 h 23334"/>
              <a:gd name="connsiteX17" fmla="*/ 18399 w 49404"/>
              <a:gd name="connsiteY17" fmla="*/ 1938 h 23334"/>
              <a:gd name="connsiteX18" fmla="*/ 16228 w 49404"/>
              <a:gd name="connsiteY18" fmla="*/ 901 h 23334"/>
              <a:gd name="connsiteX19" fmla="*/ 13038 w 49404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8"/>
              <a:gd name="connsiteY0" fmla="*/ 3 h 23326"/>
              <a:gd name="connsiteX1" fmla="*/ 5056 w 49418"/>
              <a:gd name="connsiteY1" fmla="*/ 1434 h 23326"/>
              <a:gd name="connsiteX2" fmla="*/ 81 w 49418"/>
              <a:gd name="connsiteY2" fmla="*/ 9362 h 23326"/>
              <a:gd name="connsiteX3" fmla="*/ 6212 w 49418"/>
              <a:gd name="connsiteY3" fmla="*/ 15285 h 23326"/>
              <a:gd name="connsiteX4" fmla="*/ 13023 w 49418"/>
              <a:gd name="connsiteY4" fmla="*/ 16862 h 23326"/>
              <a:gd name="connsiteX5" fmla="*/ 19095 w 49418"/>
              <a:gd name="connsiteY5" fmla="*/ 19465 h 23326"/>
              <a:gd name="connsiteX6" fmla="*/ 28005 w 49418"/>
              <a:gd name="connsiteY6" fmla="*/ 22132 h 23326"/>
              <a:gd name="connsiteX7" fmla="*/ 40235 w 49418"/>
              <a:gd name="connsiteY7" fmla="*/ 21544 h 23326"/>
              <a:gd name="connsiteX8" fmla="*/ 44850 w 49418"/>
              <a:gd name="connsiteY8" fmla="*/ 23114 h 23326"/>
              <a:gd name="connsiteX9" fmla="*/ 46556 w 49418"/>
              <a:gd name="connsiteY9" fmla="*/ 16052 h 23326"/>
              <a:gd name="connsiteX10" fmla="*/ 47058 w 49418"/>
              <a:gd name="connsiteY10" fmla="*/ 14573 h 23326"/>
              <a:gd name="connsiteX11" fmla="*/ 49026 w 49418"/>
              <a:gd name="connsiteY11" fmla="*/ 6258 h 23326"/>
              <a:gd name="connsiteX12" fmla="*/ 38354 w 49418"/>
              <a:gd name="connsiteY12" fmla="*/ 2038 h 23326"/>
              <a:gd name="connsiteX13" fmla="*/ 36811 w 49418"/>
              <a:gd name="connsiteY13" fmla="*/ 2041 h 23326"/>
              <a:gd name="connsiteX14" fmla="*/ 35053 w 49418"/>
              <a:gd name="connsiteY14" fmla="*/ 2005 h 23326"/>
              <a:gd name="connsiteX15" fmla="*/ 23821 w 49418"/>
              <a:gd name="connsiteY15" fmla="*/ 2926 h 23326"/>
              <a:gd name="connsiteX16" fmla="*/ 20936 w 49418"/>
              <a:gd name="connsiteY16" fmla="*/ 2681 h 23326"/>
              <a:gd name="connsiteX17" fmla="*/ 18399 w 49418"/>
              <a:gd name="connsiteY17" fmla="*/ 1938 h 23326"/>
              <a:gd name="connsiteX18" fmla="*/ 16228 w 49418"/>
              <a:gd name="connsiteY18" fmla="*/ 901 h 23326"/>
              <a:gd name="connsiteX19" fmla="*/ 13038 w 49418"/>
              <a:gd name="connsiteY19" fmla="*/ 3 h 23326"/>
              <a:gd name="connsiteX0" fmla="*/ 13038 w 49437"/>
              <a:gd name="connsiteY0" fmla="*/ 3 h 23326"/>
              <a:gd name="connsiteX1" fmla="*/ 5056 w 49437"/>
              <a:gd name="connsiteY1" fmla="*/ 1434 h 23326"/>
              <a:gd name="connsiteX2" fmla="*/ 81 w 49437"/>
              <a:gd name="connsiteY2" fmla="*/ 9362 h 23326"/>
              <a:gd name="connsiteX3" fmla="*/ 6212 w 49437"/>
              <a:gd name="connsiteY3" fmla="*/ 15285 h 23326"/>
              <a:gd name="connsiteX4" fmla="*/ 13023 w 49437"/>
              <a:gd name="connsiteY4" fmla="*/ 16862 h 23326"/>
              <a:gd name="connsiteX5" fmla="*/ 19095 w 49437"/>
              <a:gd name="connsiteY5" fmla="*/ 19465 h 23326"/>
              <a:gd name="connsiteX6" fmla="*/ 28005 w 49437"/>
              <a:gd name="connsiteY6" fmla="*/ 22132 h 23326"/>
              <a:gd name="connsiteX7" fmla="*/ 40235 w 49437"/>
              <a:gd name="connsiteY7" fmla="*/ 21544 h 23326"/>
              <a:gd name="connsiteX8" fmla="*/ 44850 w 49437"/>
              <a:gd name="connsiteY8" fmla="*/ 23114 h 23326"/>
              <a:gd name="connsiteX9" fmla="*/ 46556 w 49437"/>
              <a:gd name="connsiteY9" fmla="*/ 16052 h 23326"/>
              <a:gd name="connsiteX10" fmla="*/ 47058 w 49437"/>
              <a:gd name="connsiteY10" fmla="*/ 14573 h 23326"/>
              <a:gd name="connsiteX11" fmla="*/ 49026 w 49437"/>
              <a:gd name="connsiteY11" fmla="*/ 6258 h 23326"/>
              <a:gd name="connsiteX12" fmla="*/ 38354 w 49437"/>
              <a:gd name="connsiteY12" fmla="*/ 2038 h 23326"/>
              <a:gd name="connsiteX13" fmla="*/ 36811 w 49437"/>
              <a:gd name="connsiteY13" fmla="*/ 2041 h 23326"/>
              <a:gd name="connsiteX14" fmla="*/ 35053 w 49437"/>
              <a:gd name="connsiteY14" fmla="*/ 2005 h 23326"/>
              <a:gd name="connsiteX15" fmla="*/ 23821 w 49437"/>
              <a:gd name="connsiteY15" fmla="*/ 2926 h 23326"/>
              <a:gd name="connsiteX16" fmla="*/ 20936 w 49437"/>
              <a:gd name="connsiteY16" fmla="*/ 2681 h 23326"/>
              <a:gd name="connsiteX17" fmla="*/ 18399 w 49437"/>
              <a:gd name="connsiteY17" fmla="*/ 1938 h 23326"/>
              <a:gd name="connsiteX18" fmla="*/ 16228 w 49437"/>
              <a:gd name="connsiteY18" fmla="*/ 901 h 23326"/>
              <a:gd name="connsiteX19" fmla="*/ 13038 w 49437"/>
              <a:gd name="connsiteY19" fmla="*/ 3 h 2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37" h="23326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797" y="24029"/>
                  <a:pt x="44850" y="23114"/>
                </a:cubicBezTo>
                <a:cubicBezTo>
                  <a:pt x="45903" y="22199"/>
                  <a:pt x="46051" y="17433"/>
                  <a:pt x="46556" y="16052"/>
                </a:cubicBezTo>
                <a:cubicBezTo>
                  <a:pt x="47085" y="14606"/>
                  <a:pt x="46475" y="16152"/>
                  <a:pt x="47058" y="14573"/>
                </a:cubicBezTo>
                <a:cubicBezTo>
                  <a:pt x="47671" y="12913"/>
                  <a:pt x="50477" y="8347"/>
                  <a:pt x="49026" y="6258"/>
                </a:cubicBezTo>
                <a:cubicBezTo>
                  <a:pt x="47575" y="4169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C2BDCD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Q4, 2022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 userDrawn="1"/>
        </p:nvSpPr>
        <p:spPr>
          <a:xfrm rot="20454787">
            <a:off x="9012521" y="4405860"/>
            <a:ext cx="1596508" cy="1596508"/>
          </a:xfrm>
          <a:prstGeom prst="rect">
            <a:avLst/>
          </a:prstGeom>
          <a:blipFill dpi="0" rotWithShape="1">
            <a:blip r:embed="rId5">
              <a:alphaModFix amt="6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27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3;p16"/>
          <p:cNvSpPr/>
          <p:nvPr userDrawn="1"/>
        </p:nvSpPr>
        <p:spPr>
          <a:xfrm rot="9911247">
            <a:off x="5796412" y="-2741723"/>
            <a:ext cx="5156265" cy="3559925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6811 w 49255"/>
              <a:gd name="connsiteY13" fmla="*/ 2041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8730 w 49255"/>
              <a:gd name="connsiteY13" fmla="*/ 1816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046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202" y="8209"/>
                  <a:pt x="49026" y="6258"/>
                </a:cubicBezTo>
                <a:cubicBezTo>
                  <a:pt x="48850" y="4307"/>
                  <a:pt x="47955" y="4074"/>
                  <a:pt x="46032" y="2978"/>
                </a:cubicBezTo>
                <a:cubicBezTo>
                  <a:pt x="43667" y="2268"/>
                  <a:pt x="41968" y="1881"/>
                  <a:pt x="38730" y="1816"/>
                </a:cubicBezTo>
                <a:cubicBezTo>
                  <a:pt x="38080" y="1816"/>
                  <a:pt x="37538" y="1820"/>
                  <a:pt x="35053" y="2005"/>
                </a:cubicBezTo>
                <a:cubicBezTo>
                  <a:pt x="32568" y="2190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F0D5D0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3;p16"/>
          <p:cNvSpPr/>
          <p:nvPr userDrawn="1"/>
        </p:nvSpPr>
        <p:spPr>
          <a:xfrm rot="18980374">
            <a:off x="8636052" y="1665895"/>
            <a:ext cx="6100548" cy="4758729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189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687" y="9039"/>
                  <a:pt x="49026" y="6258"/>
                </a:cubicBezTo>
                <a:cubicBezTo>
                  <a:pt x="48081" y="2262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B7C2D1">
              <a:alpha val="3058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矩形 14"/>
          <p:cNvSpPr/>
          <p:nvPr userDrawn="1"/>
        </p:nvSpPr>
        <p:spPr>
          <a:xfrm rot="21165509">
            <a:off x="10247464" y="3894845"/>
            <a:ext cx="2473315" cy="2473315"/>
          </a:xfrm>
          <a:prstGeom prst="rect">
            <a:avLst/>
          </a:prstGeom>
          <a:blipFill dpi="0" rotWithShape="1">
            <a:blip r:embed="rId2">
              <a:alphaModFix amt="59000"/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  <a14:imgEffect>
                        <a14:colorTemperature colorTemp="4174"/>
                      </a14:imgEffect>
                      <a14:imgEffect>
                        <a14:saturation sat="133000"/>
                      </a14:imgEffect>
                      <a14:imgEffect>
                        <a14:brightnessContrast bright="-4000" contrast="-73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133;p16"/>
          <p:cNvSpPr/>
          <p:nvPr userDrawn="1"/>
        </p:nvSpPr>
        <p:spPr>
          <a:xfrm rot="690629">
            <a:off x="-1335200" y="3118129"/>
            <a:ext cx="6131305" cy="4195484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50"/>
              <a:gd name="connsiteY0" fmla="*/ 3 h 23334"/>
              <a:gd name="connsiteX1" fmla="*/ 5056 w 49150"/>
              <a:gd name="connsiteY1" fmla="*/ 1434 h 23334"/>
              <a:gd name="connsiteX2" fmla="*/ 81 w 49150"/>
              <a:gd name="connsiteY2" fmla="*/ 9362 h 23334"/>
              <a:gd name="connsiteX3" fmla="*/ 6212 w 49150"/>
              <a:gd name="connsiteY3" fmla="*/ 15285 h 23334"/>
              <a:gd name="connsiteX4" fmla="*/ 13023 w 49150"/>
              <a:gd name="connsiteY4" fmla="*/ 16862 h 23334"/>
              <a:gd name="connsiteX5" fmla="*/ 19095 w 49150"/>
              <a:gd name="connsiteY5" fmla="*/ 19465 h 23334"/>
              <a:gd name="connsiteX6" fmla="*/ 28005 w 49150"/>
              <a:gd name="connsiteY6" fmla="*/ 22132 h 23334"/>
              <a:gd name="connsiteX7" fmla="*/ 40235 w 49150"/>
              <a:gd name="connsiteY7" fmla="*/ 21544 h 23334"/>
              <a:gd name="connsiteX8" fmla="*/ 44850 w 49150"/>
              <a:gd name="connsiteY8" fmla="*/ 23114 h 23334"/>
              <a:gd name="connsiteX9" fmla="*/ 46475 w 49150"/>
              <a:gd name="connsiteY9" fmla="*/ 15919 h 23334"/>
              <a:gd name="connsiteX10" fmla="*/ 47091 w 49150"/>
              <a:gd name="connsiteY10" fmla="*/ 14684 h 23334"/>
              <a:gd name="connsiteX11" fmla="*/ 49026 w 49150"/>
              <a:gd name="connsiteY11" fmla="*/ 6258 h 23334"/>
              <a:gd name="connsiteX12" fmla="*/ 38354 w 49150"/>
              <a:gd name="connsiteY12" fmla="*/ 2038 h 23334"/>
              <a:gd name="connsiteX13" fmla="*/ 36811 w 49150"/>
              <a:gd name="connsiteY13" fmla="*/ 2041 h 23334"/>
              <a:gd name="connsiteX14" fmla="*/ 35053 w 49150"/>
              <a:gd name="connsiteY14" fmla="*/ 2005 h 23334"/>
              <a:gd name="connsiteX15" fmla="*/ 23821 w 49150"/>
              <a:gd name="connsiteY15" fmla="*/ 2926 h 23334"/>
              <a:gd name="connsiteX16" fmla="*/ 20936 w 49150"/>
              <a:gd name="connsiteY16" fmla="*/ 2681 h 23334"/>
              <a:gd name="connsiteX17" fmla="*/ 18399 w 49150"/>
              <a:gd name="connsiteY17" fmla="*/ 1938 h 23334"/>
              <a:gd name="connsiteX18" fmla="*/ 16228 w 49150"/>
              <a:gd name="connsiteY18" fmla="*/ 901 h 23334"/>
              <a:gd name="connsiteX19" fmla="*/ 13038 w 49150"/>
              <a:gd name="connsiteY19" fmla="*/ 3 h 23334"/>
              <a:gd name="connsiteX0" fmla="*/ 13038 w 49404"/>
              <a:gd name="connsiteY0" fmla="*/ 3 h 23334"/>
              <a:gd name="connsiteX1" fmla="*/ 5056 w 49404"/>
              <a:gd name="connsiteY1" fmla="*/ 1434 h 23334"/>
              <a:gd name="connsiteX2" fmla="*/ 81 w 49404"/>
              <a:gd name="connsiteY2" fmla="*/ 9362 h 23334"/>
              <a:gd name="connsiteX3" fmla="*/ 6212 w 49404"/>
              <a:gd name="connsiteY3" fmla="*/ 15285 h 23334"/>
              <a:gd name="connsiteX4" fmla="*/ 13023 w 49404"/>
              <a:gd name="connsiteY4" fmla="*/ 16862 h 23334"/>
              <a:gd name="connsiteX5" fmla="*/ 19095 w 49404"/>
              <a:gd name="connsiteY5" fmla="*/ 19465 h 23334"/>
              <a:gd name="connsiteX6" fmla="*/ 28005 w 49404"/>
              <a:gd name="connsiteY6" fmla="*/ 22132 h 23334"/>
              <a:gd name="connsiteX7" fmla="*/ 40235 w 49404"/>
              <a:gd name="connsiteY7" fmla="*/ 21544 h 23334"/>
              <a:gd name="connsiteX8" fmla="*/ 44850 w 49404"/>
              <a:gd name="connsiteY8" fmla="*/ 23114 h 23334"/>
              <a:gd name="connsiteX9" fmla="*/ 46475 w 49404"/>
              <a:gd name="connsiteY9" fmla="*/ 15919 h 23334"/>
              <a:gd name="connsiteX10" fmla="*/ 46962 w 49404"/>
              <a:gd name="connsiteY10" fmla="*/ 14673 h 23334"/>
              <a:gd name="connsiteX11" fmla="*/ 49026 w 49404"/>
              <a:gd name="connsiteY11" fmla="*/ 6258 h 23334"/>
              <a:gd name="connsiteX12" fmla="*/ 38354 w 49404"/>
              <a:gd name="connsiteY12" fmla="*/ 2038 h 23334"/>
              <a:gd name="connsiteX13" fmla="*/ 36811 w 49404"/>
              <a:gd name="connsiteY13" fmla="*/ 2041 h 23334"/>
              <a:gd name="connsiteX14" fmla="*/ 35053 w 49404"/>
              <a:gd name="connsiteY14" fmla="*/ 2005 h 23334"/>
              <a:gd name="connsiteX15" fmla="*/ 23821 w 49404"/>
              <a:gd name="connsiteY15" fmla="*/ 2926 h 23334"/>
              <a:gd name="connsiteX16" fmla="*/ 20936 w 49404"/>
              <a:gd name="connsiteY16" fmla="*/ 2681 h 23334"/>
              <a:gd name="connsiteX17" fmla="*/ 18399 w 49404"/>
              <a:gd name="connsiteY17" fmla="*/ 1938 h 23334"/>
              <a:gd name="connsiteX18" fmla="*/ 16228 w 49404"/>
              <a:gd name="connsiteY18" fmla="*/ 901 h 23334"/>
              <a:gd name="connsiteX19" fmla="*/ 13038 w 49404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8"/>
              <a:gd name="connsiteY0" fmla="*/ 3 h 23326"/>
              <a:gd name="connsiteX1" fmla="*/ 5056 w 49418"/>
              <a:gd name="connsiteY1" fmla="*/ 1434 h 23326"/>
              <a:gd name="connsiteX2" fmla="*/ 81 w 49418"/>
              <a:gd name="connsiteY2" fmla="*/ 9362 h 23326"/>
              <a:gd name="connsiteX3" fmla="*/ 6212 w 49418"/>
              <a:gd name="connsiteY3" fmla="*/ 15285 h 23326"/>
              <a:gd name="connsiteX4" fmla="*/ 13023 w 49418"/>
              <a:gd name="connsiteY4" fmla="*/ 16862 h 23326"/>
              <a:gd name="connsiteX5" fmla="*/ 19095 w 49418"/>
              <a:gd name="connsiteY5" fmla="*/ 19465 h 23326"/>
              <a:gd name="connsiteX6" fmla="*/ 28005 w 49418"/>
              <a:gd name="connsiteY6" fmla="*/ 22132 h 23326"/>
              <a:gd name="connsiteX7" fmla="*/ 40235 w 49418"/>
              <a:gd name="connsiteY7" fmla="*/ 21544 h 23326"/>
              <a:gd name="connsiteX8" fmla="*/ 44850 w 49418"/>
              <a:gd name="connsiteY8" fmla="*/ 23114 h 23326"/>
              <a:gd name="connsiteX9" fmla="*/ 46556 w 49418"/>
              <a:gd name="connsiteY9" fmla="*/ 16052 h 23326"/>
              <a:gd name="connsiteX10" fmla="*/ 47058 w 49418"/>
              <a:gd name="connsiteY10" fmla="*/ 14573 h 23326"/>
              <a:gd name="connsiteX11" fmla="*/ 49026 w 49418"/>
              <a:gd name="connsiteY11" fmla="*/ 6258 h 23326"/>
              <a:gd name="connsiteX12" fmla="*/ 38354 w 49418"/>
              <a:gd name="connsiteY12" fmla="*/ 2038 h 23326"/>
              <a:gd name="connsiteX13" fmla="*/ 36811 w 49418"/>
              <a:gd name="connsiteY13" fmla="*/ 2041 h 23326"/>
              <a:gd name="connsiteX14" fmla="*/ 35053 w 49418"/>
              <a:gd name="connsiteY14" fmla="*/ 2005 h 23326"/>
              <a:gd name="connsiteX15" fmla="*/ 23821 w 49418"/>
              <a:gd name="connsiteY15" fmla="*/ 2926 h 23326"/>
              <a:gd name="connsiteX16" fmla="*/ 20936 w 49418"/>
              <a:gd name="connsiteY16" fmla="*/ 2681 h 23326"/>
              <a:gd name="connsiteX17" fmla="*/ 18399 w 49418"/>
              <a:gd name="connsiteY17" fmla="*/ 1938 h 23326"/>
              <a:gd name="connsiteX18" fmla="*/ 16228 w 49418"/>
              <a:gd name="connsiteY18" fmla="*/ 901 h 23326"/>
              <a:gd name="connsiteX19" fmla="*/ 13038 w 49418"/>
              <a:gd name="connsiteY19" fmla="*/ 3 h 23326"/>
              <a:gd name="connsiteX0" fmla="*/ 13038 w 49437"/>
              <a:gd name="connsiteY0" fmla="*/ 3 h 23326"/>
              <a:gd name="connsiteX1" fmla="*/ 5056 w 49437"/>
              <a:gd name="connsiteY1" fmla="*/ 1434 h 23326"/>
              <a:gd name="connsiteX2" fmla="*/ 81 w 49437"/>
              <a:gd name="connsiteY2" fmla="*/ 9362 h 23326"/>
              <a:gd name="connsiteX3" fmla="*/ 6212 w 49437"/>
              <a:gd name="connsiteY3" fmla="*/ 15285 h 23326"/>
              <a:gd name="connsiteX4" fmla="*/ 13023 w 49437"/>
              <a:gd name="connsiteY4" fmla="*/ 16862 h 23326"/>
              <a:gd name="connsiteX5" fmla="*/ 19095 w 49437"/>
              <a:gd name="connsiteY5" fmla="*/ 19465 h 23326"/>
              <a:gd name="connsiteX6" fmla="*/ 28005 w 49437"/>
              <a:gd name="connsiteY6" fmla="*/ 22132 h 23326"/>
              <a:gd name="connsiteX7" fmla="*/ 40235 w 49437"/>
              <a:gd name="connsiteY7" fmla="*/ 21544 h 23326"/>
              <a:gd name="connsiteX8" fmla="*/ 44850 w 49437"/>
              <a:gd name="connsiteY8" fmla="*/ 23114 h 23326"/>
              <a:gd name="connsiteX9" fmla="*/ 46556 w 49437"/>
              <a:gd name="connsiteY9" fmla="*/ 16052 h 23326"/>
              <a:gd name="connsiteX10" fmla="*/ 47058 w 49437"/>
              <a:gd name="connsiteY10" fmla="*/ 14573 h 23326"/>
              <a:gd name="connsiteX11" fmla="*/ 49026 w 49437"/>
              <a:gd name="connsiteY11" fmla="*/ 6258 h 23326"/>
              <a:gd name="connsiteX12" fmla="*/ 38354 w 49437"/>
              <a:gd name="connsiteY12" fmla="*/ 2038 h 23326"/>
              <a:gd name="connsiteX13" fmla="*/ 36811 w 49437"/>
              <a:gd name="connsiteY13" fmla="*/ 2041 h 23326"/>
              <a:gd name="connsiteX14" fmla="*/ 35053 w 49437"/>
              <a:gd name="connsiteY14" fmla="*/ 2005 h 23326"/>
              <a:gd name="connsiteX15" fmla="*/ 23821 w 49437"/>
              <a:gd name="connsiteY15" fmla="*/ 2926 h 23326"/>
              <a:gd name="connsiteX16" fmla="*/ 20936 w 49437"/>
              <a:gd name="connsiteY16" fmla="*/ 2681 h 23326"/>
              <a:gd name="connsiteX17" fmla="*/ 18399 w 49437"/>
              <a:gd name="connsiteY17" fmla="*/ 1938 h 23326"/>
              <a:gd name="connsiteX18" fmla="*/ 16228 w 49437"/>
              <a:gd name="connsiteY18" fmla="*/ 901 h 23326"/>
              <a:gd name="connsiteX19" fmla="*/ 13038 w 49437"/>
              <a:gd name="connsiteY19" fmla="*/ 3 h 2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37" h="23326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797" y="24029"/>
                  <a:pt x="44850" y="23114"/>
                </a:cubicBezTo>
                <a:cubicBezTo>
                  <a:pt x="45903" y="22199"/>
                  <a:pt x="46051" y="17433"/>
                  <a:pt x="46556" y="16052"/>
                </a:cubicBezTo>
                <a:cubicBezTo>
                  <a:pt x="47085" y="14606"/>
                  <a:pt x="46475" y="16152"/>
                  <a:pt x="47058" y="14573"/>
                </a:cubicBezTo>
                <a:cubicBezTo>
                  <a:pt x="47671" y="12913"/>
                  <a:pt x="50477" y="8347"/>
                  <a:pt x="49026" y="6258"/>
                </a:cubicBezTo>
                <a:cubicBezTo>
                  <a:pt x="47575" y="4169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9CB199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Q4, 2022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 userDrawn="1"/>
        </p:nvSpPr>
        <p:spPr>
          <a:xfrm rot="20454787">
            <a:off x="9012521" y="4405860"/>
            <a:ext cx="1596508" cy="1596508"/>
          </a:xfrm>
          <a:prstGeom prst="rect">
            <a:avLst/>
          </a:prstGeom>
          <a:blipFill dpi="0" rotWithShape="1">
            <a:blip r:embed="rId5">
              <a:alphaModFix amt="59000"/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Texturizer/>
                      </a14:imgEffect>
                      <a14:imgEffect>
                        <a14:colorTemperature colorTemp="7400"/>
                      </a14:imgEffect>
                      <a14:imgEffect>
                        <a14:saturation sat="68000"/>
                      </a14:imgEffect>
                      <a14:imgEffect>
                        <a14:brightnessContrast bright="-15000" contrast="44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926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3;p16"/>
          <p:cNvSpPr/>
          <p:nvPr userDrawn="1"/>
        </p:nvSpPr>
        <p:spPr>
          <a:xfrm rot="9911247">
            <a:off x="5796412" y="-2741723"/>
            <a:ext cx="5156265" cy="3559925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6811 w 49255"/>
              <a:gd name="connsiteY13" fmla="*/ 2041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255"/>
              <a:gd name="connsiteY0" fmla="*/ 3 h 23349"/>
              <a:gd name="connsiteX1" fmla="*/ 5056 w 49255"/>
              <a:gd name="connsiteY1" fmla="*/ 1434 h 23349"/>
              <a:gd name="connsiteX2" fmla="*/ 81 w 49255"/>
              <a:gd name="connsiteY2" fmla="*/ 9362 h 23349"/>
              <a:gd name="connsiteX3" fmla="*/ 6212 w 49255"/>
              <a:gd name="connsiteY3" fmla="*/ 15285 h 23349"/>
              <a:gd name="connsiteX4" fmla="*/ 13023 w 49255"/>
              <a:gd name="connsiteY4" fmla="*/ 16862 h 23349"/>
              <a:gd name="connsiteX5" fmla="*/ 19095 w 49255"/>
              <a:gd name="connsiteY5" fmla="*/ 19465 h 23349"/>
              <a:gd name="connsiteX6" fmla="*/ 28005 w 49255"/>
              <a:gd name="connsiteY6" fmla="*/ 22132 h 23349"/>
              <a:gd name="connsiteX7" fmla="*/ 40235 w 49255"/>
              <a:gd name="connsiteY7" fmla="*/ 21544 h 23349"/>
              <a:gd name="connsiteX8" fmla="*/ 44850 w 49255"/>
              <a:gd name="connsiteY8" fmla="*/ 23114 h 23349"/>
              <a:gd name="connsiteX9" fmla="*/ 46401 w 49255"/>
              <a:gd name="connsiteY9" fmla="*/ 15670 h 23349"/>
              <a:gd name="connsiteX10" fmla="*/ 47091 w 49255"/>
              <a:gd name="connsiteY10" fmla="*/ 14684 h 23349"/>
              <a:gd name="connsiteX11" fmla="*/ 49026 w 49255"/>
              <a:gd name="connsiteY11" fmla="*/ 6258 h 23349"/>
              <a:gd name="connsiteX12" fmla="*/ 42041 w 49255"/>
              <a:gd name="connsiteY12" fmla="*/ 2308 h 23349"/>
              <a:gd name="connsiteX13" fmla="*/ 38730 w 49255"/>
              <a:gd name="connsiteY13" fmla="*/ 1816 h 23349"/>
              <a:gd name="connsiteX14" fmla="*/ 35053 w 49255"/>
              <a:gd name="connsiteY14" fmla="*/ 2005 h 23349"/>
              <a:gd name="connsiteX15" fmla="*/ 23821 w 49255"/>
              <a:gd name="connsiteY15" fmla="*/ 2926 h 23349"/>
              <a:gd name="connsiteX16" fmla="*/ 20936 w 49255"/>
              <a:gd name="connsiteY16" fmla="*/ 2681 h 23349"/>
              <a:gd name="connsiteX17" fmla="*/ 18399 w 49255"/>
              <a:gd name="connsiteY17" fmla="*/ 1938 h 23349"/>
              <a:gd name="connsiteX18" fmla="*/ 16228 w 49255"/>
              <a:gd name="connsiteY18" fmla="*/ 901 h 23349"/>
              <a:gd name="connsiteX19" fmla="*/ 13038 w 49255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124"/>
              <a:gd name="connsiteY0" fmla="*/ 3 h 23349"/>
              <a:gd name="connsiteX1" fmla="*/ 5056 w 49124"/>
              <a:gd name="connsiteY1" fmla="*/ 1434 h 23349"/>
              <a:gd name="connsiteX2" fmla="*/ 81 w 49124"/>
              <a:gd name="connsiteY2" fmla="*/ 9362 h 23349"/>
              <a:gd name="connsiteX3" fmla="*/ 6212 w 49124"/>
              <a:gd name="connsiteY3" fmla="*/ 15285 h 23349"/>
              <a:gd name="connsiteX4" fmla="*/ 13023 w 49124"/>
              <a:gd name="connsiteY4" fmla="*/ 16862 h 23349"/>
              <a:gd name="connsiteX5" fmla="*/ 19095 w 49124"/>
              <a:gd name="connsiteY5" fmla="*/ 19465 h 23349"/>
              <a:gd name="connsiteX6" fmla="*/ 28005 w 49124"/>
              <a:gd name="connsiteY6" fmla="*/ 22132 h 23349"/>
              <a:gd name="connsiteX7" fmla="*/ 40235 w 49124"/>
              <a:gd name="connsiteY7" fmla="*/ 21544 h 23349"/>
              <a:gd name="connsiteX8" fmla="*/ 44850 w 49124"/>
              <a:gd name="connsiteY8" fmla="*/ 23114 h 23349"/>
              <a:gd name="connsiteX9" fmla="*/ 46401 w 49124"/>
              <a:gd name="connsiteY9" fmla="*/ 15670 h 23349"/>
              <a:gd name="connsiteX10" fmla="*/ 47091 w 49124"/>
              <a:gd name="connsiteY10" fmla="*/ 14684 h 23349"/>
              <a:gd name="connsiteX11" fmla="*/ 49026 w 49124"/>
              <a:gd name="connsiteY11" fmla="*/ 6258 h 23349"/>
              <a:gd name="connsiteX12" fmla="*/ 46032 w 49124"/>
              <a:gd name="connsiteY12" fmla="*/ 2978 h 23349"/>
              <a:gd name="connsiteX13" fmla="*/ 38730 w 49124"/>
              <a:gd name="connsiteY13" fmla="*/ 1816 h 23349"/>
              <a:gd name="connsiteX14" fmla="*/ 35053 w 49124"/>
              <a:gd name="connsiteY14" fmla="*/ 2005 h 23349"/>
              <a:gd name="connsiteX15" fmla="*/ 23821 w 49124"/>
              <a:gd name="connsiteY15" fmla="*/ 2926 h 23349"/>
              <a:gd name="connsiteX16" fmla="*/ 20936 w 49124"/>
              <a:gd name="connsiteY16" fmla="*/ 2681 h 23349"/>
              <a:gd name="connsiteX17" fmla="*/ 18399 w 49124"/>
              <a:gd name="connsiteY17" fmla="*/ 1938 h 23349"/>
              <a:gd name="connsiteX18" fmla="*/ 16228 w 49124"/>
              <a:gd name="connsiteY18" fmla="*/ 901 h 23349"/>
              <a:gd name="connsiteX19" fmla="*/ 13038 w 49124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  <a:gd name="connsiteX0" fmla="*/ 13038 w 49046"/>
              <a:gd name="connsiteY0" fmla="*/ 3 h 23349"/>
              <a:gd name="connsiteX1" fmla="*/ 5056 w 49046"/>
              <a:gd name="connsiteY1" fmla="*/ 1434 h 23349"/>
              <a:gd name="connsiteX2" fmla="*/ 81 w 49046"/>
              <a:gd name="connsiteY2" fmla="*/ 9362 h 23349"/>
              <a:gd name="connsiteX3" fmla="*/ 6212 w 49046"/>
              <a:gd name="connsiteY3" fmla="*/ 15285 h 23349"/>
              <a:gd name="connsiteX4" fmla="*/ 13023 w 49046"/>
              <a:gd name="connsiteY4" fmla="*/ 16862 h 23349"/>
              <a:gd name="connsiteX5" fmla="*/ 19095 w 49046"/>
              <a:gd name="connsiteY5" fmla="*/ 19465 h 23349"/>
              <a:gd name="connsiteX6" fmla="*/ 28005 w 49046"/>
              <a:gd name="connsiteY6" fmla="*/ 22132 h 23349"/>
              <a:gd name="connsiteX7" fmla="*/ 40235 w 49046"/>
              <a:gd name="connsiteY7" fmla="*/ 21544 h 23349"/>
              <a:gd name="connsiteX8" fmla="*/ 44850 w 49046"/>
              <a:gd name="connsiteY8" fmla="*/ 23114 h 23349"/>
              <a:gd name="connsiteX9" fmla="*/ 46401 w 49046"/>
              <a:gd name="connsiteY9" fmla="*/ 15670 h 23349"/>
              <a:gd name="connsiteX10" fmla="*/ 47091 w 49046"/>
              <a:gd name="connsiteY10" fmla="*/ 14684 h 23349"/>
              <a:gd name="connsiteX11" fmla="*/ 49026 w 49046"/>
              <a:gd name="connsiteY11" fmla="*/ 6258 h 23349"/>
              <a:gd name="connsiteX12" fmla="*/ 46032 w 49046"/>
              <a:gd name="connsiteY12" fmla="*/ 2978 h 23349"/>
              <a:gd name="connsiteX13" fmla="*/ 38730 w 49046"/>
              <a:gd name="connsiteY13" fmla="*/ 1816 h 23349"/>
              <a:gd name="connsiteX14" fmla="*/ 35053 w 49046"/>
              <a:gd name="connsiteY14" fmla="*/ 2005 h 23349"/>
              <a:gd name="connsiteX15" fmla="*/ 23821 w 49046"/>
              <a:gd name="connsiteY15" fmla="*/ 2926 h 23349"/>
              <a:gd name="connsiteX16" fmla="*/ 20936 w 49046"/>
              <a:gd name="connsiteY16" fmla="*/ 2681 h 23349"/>
              <a:gd name="connsiteX17" fmla="*/ 18399 w 49046"/>
              <a:gd name="connsiteY17" fmla="*/ 1938 h 23349"/>
              <a:gd name="connsiteX18" fmla="*/ 16228 w 49046"/>
              <a:gd name="connsiteY18" fmla="*/ 901 h 23349"/>
              <a:gd name="connsiteX19" fmla="*/ 13038 w 49046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046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202" y="8209"/>
                  <a:pt x="49026" y="6258"/>
                </a:cubicBezTo>
                <a:cubicBezTo>
                  <a:pt x="48850" y="4307"/>
                  <a:pt x="47955" y="4074"/>
                  <a:pt x="46032" y="2978"/>
                </a:cubicBezTo>
                <a:cubicBezTo>
                  <a:pt x="43667" y="2268"/>
                  <a:pt x="41968" y="1881"/>
                  <a:pt x="38730" y="1816"/>
                </a:cubicBezTo>
                <a:cubicBezTo>
                  <a:pt x="38080" y="1816"/>
                  <a:pt x="37538" y="1820"/>
                  <a:pt x="35053" y="2005"/>
                </a:cubicBezTo>
                <a:cubicBezTo>
                  <a:pt x="32568" y="2190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F0D5D0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3;p16"/>
          <p:cNvSpPr/>
          <p:nvPr userDrawn="1"/>
        </p:nvSpPr>
        <p:spPr>
          <a:xfrm rot="18980374">
            <a:off x="8636052" y="1665895"/>
            <a:ext cx="6100548" cy="4758729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189" h="23349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822" y="24093"/>
                  <a:pt x="44850" y="23114"/>
                </a:cubicBezTo>
                <a:cubicBezTo>
                  <a:pt x="45878" y="22135"/>
                  <a:pt x="46028" y="17075"/>
                  <a:pt x="46401" y="15670"/>
                </a:cubicBezTo>
                <a:cubicBezTo>
                  <a:pt x="46775" y="14265"/>
                  <a:pt x="46925" y="15055"/>
                  <a:pt x="47091" y="14684"/>
                </a:cubicBezTo>
                <a:cubicBezTo>
                  <a:pt x="48203" y="12212"/>
                  <a:pt x="49687" y="9039"/>
                  <a:pt x="49026" y="6258"/>
                </a:cubicBezTo>
                <a:cubicBezTo>
                  <a:pt x="48081" y="2262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B7C2D1">
              <a:alpha val="3058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矩形 14"/>
          <p:cNvSpPr/>
          <p:nvPr userDrawn="1"/>
        </p:nvSpPr>
        <p:spPr>
          <a:xfrm rot="21165509">
            <a:off x="10247464" y="3894845"/>
            <a:ext cx="2473315" cy="2473315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Google Shape;133;p16"/>
          <p:cNvSpPr/>
          <p:nvPr userDrawn="1"/>
        </p:nvSpPr>
        <p:spPr>
          <a:xfrm rot="690629">
            <a:off x="-1335200" y="3118129"/>
            <a:ext cx="6131305" cy="4195484"/>
          </a:xfrm>
          <a:custGeom>
            <a:avLst/>
            <a:gdLst>
              <a:gd name="connsiteX0" fmla="*/ 9351 w 47976"/>
              <a:gd name="connsiteY0" fmla="*/ 553 h 15282"/>
              <a:gd name="connsiteX1" fmla="*/ 3843 w 47976"/>
              <a:gd name="connsiteY1" fmla="*/ 639 h 15282"/>
              <a:gd name="connsiteX2" fmla="*/ 68 w 47976"/>
              <a:gd name="connsiteY2" fmla="*/ 10528 h 15282"/>
              <a:gd name="connsiteX3" fmla="*/ 10323 w 47976"/>
              <a:gd name="connsiteY3" fmla="*/ 15275 h 15282"/>
              <a:gd name="connsiteX4" fmla="*/ 11210 w 47976"/>
              <a:gd name="connsiteY4" fmla="*/ 15282 h 15282"/>
              <a:gd name="connsiteX5" fmla="*/ 17507 w 47976"/>
              <a:gd name="connsiteY5" fmla="*/ 15083 h 15282"/>
              <a:gd name="connsiteX6" fmla="*/ 24842 w 47976"/>
              <a:gd name="connsiteY6" fmla="*/ 15060 h 15282"/>
              <a:gd name="connsiteX7" fmla="*/ 43821 w 47976"/>
              <a:gd name="connsiteY7" fmla="*/ 15145 h 15282"/>
              <a:gd name="connsiteX8" fmla="*/ 43937 w 47976"/>
              <a:gd name="connsiteY8" fmla="*/ 15146 h 15282"/>
              <a:gd name="connsiteX9" fmla="*/ 45188 w 47976"/>
              <a:gd name="connsiteY9" fmla="*/ 14875 h 15282"/>
              <a:gd name="connsiteX10" fmla="*/ 45878 w 47976"/>
              <a:gd name="connsiteY10" fmla="*/ 13889 h 15282"/>
              <a:gd name="connsiteX11" fmla="*/ 47813 w 47976"/>
              <a:gd name="connsiteY11" fmla="*/ 5463 h 15282"/>
              <a:gd name="connsiteX12" fmla="*/ 37141 w 47976"/>
              <a:gd name="connsiteY12" fmla="*/ 1243 h 15282"/>
              <a:gd name="connsiteX13" fmla="*/ 35598 w 47976"/>
              <a:gd name="connsiteY13" fmla="*/ 1246 h 15282"/>
              <a:gd name="connsiteX14" fmla="*/ 33840 w 47976"/>
              <a:gd name="connsiteY14" fmla="*/ 1210 h 15282"/>
              <a:gd name="connsiteX15" fmla="*/ 18261 w 47976"/>
              <a:gd name="connsiteY15" fmla="*/ 794 h 15282"/>
              <a:gd name="connsiteX16" fmla="*/ 15255 w 47976"/>
              <a:gd name="connsiteY16" fmla="*/ 807 h 15282"/>
              <a:gd name="connsiteX17" fmla="*/ 15128 w 47976"/>
              <a:gd name="connsiteY17" fmla="*/ 807 h 15282"/>
              <a:gd name="connsiteX18" fmla="*/ 9351 w 47976"/>
              <a:gd name="connsiteY18" fmla="*/ 553 h 15282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5128 w 47976"/>
              <a:gd name="connsiteY17" fmla="*/ 188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8352 w 47976"/>
              <a:gd name="connsiteY17" fmla="*/ 2166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18261 w 47976"/>
              <a:gd name="connsiteY15" fmla="*/ 1873 h 16361"/>
              <a:gd name="connsiteX16" fmla="*/ 15255 w 47976"/>
              <a:gd name="connsiteY16" fmla="*/ 1886 h 16361"/>
              <a:gd name="connsiteX17" fmla="*/ 16327 w 47976"/>
              <a:gd name="connsiteY17" fmla="*/ 1662 h 16361"/>
              <a:gd name="connsiteX18" fmla="*/ 12500 w 47976"/>
              <a:gd name="connsiteY18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327 w 47976"/>
              <a:gd name="connsiteY18" fmla="*/ 1662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166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261 w 47976"/>
              <a:gd name="connsiteY16" fmla="*/ 187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5255 w 47976"/>
              <a:gd name="connsiteY17" fmla="*/ 188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6852 w 47976"/>
              <a:gd name="connsiteY18" fmla="*/ 2558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277 w 47976"/>
              <a:gd name="connsiteY18" fmla="*/ 2110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326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2500 w 47976"/>
              <a:gd name="connsiteY0" fmla="*/ 7 h 16361"/>
              <a:gd name="connsiteX1" fmla="*/ 3843 w 47976"/>
              <a:gd name="connsiteY1" fmla="*/ 1718 h 16361"/>
              <a:gd name="connsiteX2" fmla="*/ 68 w 47976"/>
              <a:gd name="connsiteY2" fmla="*/ 11607 h 16361"/>
              <a:gd name="connsiteX3" fmla="*/ 10323 w 47976"/>
              <a:gd name="connsiteY3" fmla="*/ 16354 h 16361"/>
              <a:gd name="connsiteX4" fmla="*/ 11210 w 47976"/>
              <a:gd name="connsiteY4" fmla="*/ 16361 h 16361"/>
              <a:gd name="connsiteX5" fmla="*/ 17507 w 47976"/>
              <a:gd name="connsiteY5" fmla="*/ 16162 h 16361"/>
              <a:gd name="connsiteX6" fmla="*/ 24842 w 47976"/>
              <a:gd name="connsiteY6" fmla="*/ 16139 h 16361"/>
              <a:gd name="connsiteX7" fmla="*/ 43821 w 47976"/>
              <a:gd name="connsiteY7" fmla="*/ 16224 h 16361"/>
              <a:gd name="connsiteX8" fmla="*/ 43937 w 47976"/>
              <a:gd name="connsiteY8" fmla="*/ 16225 h 16361"/>
              <a:gd name="connsiteX9" fmla="*/ 45188 w 47976"/>
              <a:gd name="connsiteY9" fmla="*/ 15954 h 16361"/>
              <a:gd name="connsiteX10" fmla="*/ 45878 w 47976"/>
              <a:gd name="connsiteY10" fmla="*/ 14968 h 16361"/>
              <a:gd name="connsiteX11" fmla="*/ 47813 w 47976"/>
              <a:gd name="connsiteY11" fmla="*/ 6542 h 16361"/>
              <a:gd name="connsiteX12" fmla="*/ 37141 w 47976"/>
              <a:gd name="connsiteY12" fmla="*/ 2322 h 16361"/>
              <a:gd name="connsiteX13" fmla="*/ 35598 w 47976"/>
              <a:gd name="connsiteY13" fmla="*/ 2325 h 16361"/>
              <a:gd name="connsiteX14" fmla="*/ 33840 w 47976"/>
              <a:gd name="connsiteY14" fmla="*/ 2289 h 16361"/>
              <a:gd name="connsiteX15" fmla="*/ 22608 w 47976"/>
              <a:gd name="connsiteY15" fmla="*/ 3210 h 16361"/>
              <a:gd name="connsiteX16" fmla="*/ 18936 w 47976"/>
              <a:gd name="connsiteY16" fmla="*/ 2433 h 16361"/>
              <a:gd name="connsiteX17" fmla="*/ 17280 w 47976"/>
              <a:gd name="connsiteY17" fmla="*/ 1942 h 16361"/>
              <a:gd name="connsiteX18" fmla="*/ 15052 w 47976"/>
              <a:gd name="connsiteY18" fmla="*/ 1269 h 16361"/>
              <a:gd name="connsiteX19" fmla="*/ 12500 w 47976"/>
              <a:gd name="connsiteY19" fmla="*/ 7 h 16361"/>
              <a:gd name="connsiteX0" fmla="*/ 13672 w 49148"/>
              <a:gd name="connsiteY0" fmla="*/ 0 h 16845"/>
              <a:gd name="connsiteX1" fmla="*/ 5015 w 49148"/>
              <a:gd name="connsiteY1" fmla="*/ 1711 h 16845"/>
              <a:gd name="connsiteX2" fmla="*/ 40 w 49148"/>
              <a:gd name="connsiteY2" fmla="*/ 9639 h 16845"/>
              <a:gd name="connsiteX3" fmla="*/ 11495 w 49148"/>
              <a:gd name="connsiteY3" fmla="*/ 16347 h 16845"/>
              <a:gd name="connsiteX4" fmla="*/ 12382 w 49148"/>
              <a:gd name="connsiteY4" fmla="*/ 16354 h 16845"/>
              <a:gd name="connsiteX5" fmla="*/ 18679 w 49148"/>
              <a:gd name="connsiteY5" fmla="*/ 16155 h 16845"/>
              <a:gd name="connsiteX6" fmla="*/ 26014 w 49148"/>
              <a:gd name="connsiteY6" fmla="*/ 16132 h 16845"/>
              <a:gd name="connsiteX7" fmla="*/ 44993 w 49148"/>
              <a:gd name="connsiteY7" fmla="*/ 16217 h 16845"/>
              <a:gd name="connsiteX8" fmla="*/ 45109 w 49148"/>
              <a:gd name="connsiteY8" fmla="*/ 16218 h 16845"/>
              <a:gd name="connsiteX9" fmla="*/ 46360 w 49148"/>
              <a:gd name="connsiteY9" fmla="*/ 15947 h 16845"/>
              <a:gd name="connsiteX10" fmla="*/ 47050 w 49148"/>
              <a:gd name="connsiteY10" fmla="*/ 14961 h 16845"/>
              <a:gd name="connsiteX11" fmla="*/ 48985 w 49148"/>
              <a:gd name="connsiteY11" fmla="*/ 6535 h 16845"/>
              <a:gd name="connsiteX12" fmla="*/ 38313 w 49148"/>
              <a:gd name="connsiteY12" fmla="*/ 2315 h 16845"/>
              <a:gd name="connsiteX13" fmla="*/ 36770 w 49148"/>
              <a:gd name="connsiteY13" fmla="*/ 2318 h 16845"/>
              <a:gd name="connsiteX14" fmla="*/ 35012 w 49148"/>
              <a:gd name="connsiteY14" fmla="*/ 2282 h 16845"/>
              <a:gd name="connsiteX15" fmla="*/ 23780 w 49148"/>
              <a:gd name="connsiteY15" fmla="*/ 3203 h 16845"/>
              <a:gd name="connsiteX16" fmla="*/ 20108 w 49148"/>
              <a:gd name="connsiteY16" fmla="*/ 2426 h 16845"/>
              <a:gd name="connsiteX17" fmla="*/ 18452 w 49148"/>
              <a:gd name="connsiteY17" fmla="*/ 1935 h 16845"/>
              <a:gd name="connsiteX18" fmla="*/ 16224 w 49148"/>
              <a:gd name="connsiteY18" fmla="*/ 1262 h 16845"/>
              <a:gd name="connsiteX19" fmla="*/ 13672 w 49148"/>
              <a:gd name="connsiteY19" fmla="*/ 0 h 16845"/>
              <a:gd name="connsiteX0" fmla="*/ 13711 w 49187"/>
              <a:gd name="connsiteY0" fmla="*/ 0 h 16374"/>
              <a:gd name="connsiteX1" fmla="*/ 5054 w 49187"/>
              <a:gd name="connsiteY1" fmla="*/ 1711 h 16374"/>
              <a:gd name="connsiteX2" fmla="*/ 79 w 49187"/>
              <a:gd name="connsiteY2" fmla="*/ 9639 h 16374"/>
              <a:gd name="connsiteX3" fmla="*/ 6210 w 49187"/>
              <a:gd name="connsiteY3" fmla="*/ 15562 h 16374"/>
              <a:gd name="connsiteX4" fmla="*/ 12421 w 49187"/>
              <a:gd name="connsiteY4" fmla="*/ 16354 h 16374"/>
              <a:gd name="connsiteX5" fmla="*/ 18718 w 49187"/>
              <a:gd name="connsiteY5" fmla="*/ 16155 h 16374"/>
              <a:gd name="connsiteX6" fmla="*/ 26053 w 49187"/>
              <a:gd name="connsiteY6" fmla="*/ 16132 h 16374"/>
              <a:gd name="connsiteX7" fmla="*/ 45032 w 49187"/>
              <a:gd name="connsiteY7" fmla="*/ 16217 h 16374"/>
              <a:gd name="connsiteX8" fmla="*/ 45148 w 49187"/>
              <a:gd name="connsiteY8" fmla="*/ 16218 h 16374"/>
              <a:gd name="connsiteX9" fmla="*/ 46399 w 49187"/>
              <a:gd name="connsiteY9" fmla="*/ 15947 h 16374"/>
              <a:gd name="connsiteX10" fmla="*/ 47089 w 49187"/>
              <a:gd name="connsiteY10" fmla="*/ 14961 h 16374"/>
              <a:gd name="connsiteX11" fmla="*/ 49024 w 49187"/>
              <a:gd name="connsiteY11" fmla="*/ 6535 h 16374"/>
              <a:gd name="connsiteX12" fmla="*/ 38352 w 49187"/>
              <a:gd name="connsiteY12" fmla="*/ 2315 h 16374"/>
              <a:gd name="connsiteX13" fmla="*/ 36809 w 49187"/>
              <a:gd name="connsiteY13" fmla="*/ 2318 h 16374"/>
              <a:gd name="connsiteX14" fmla="*/ 35051 w 49187"/>
              <a:gd name="connsiteY14" fmla="*/ 2282 h 16374"/>
              <a:gd name="connsiteX15" fmla="*/ 23819 w 49187"/>
              <a:gd name="connsiteY15" fmla="*/ 3203 h 16374"/>
              <a:gd name="connsiteX16" fmla="*/ 20147 w 49187"/>
              <a:gd name="connsiteY16" fmla="*/ 2426 h 16374"/>
              <a:gd name="connsiteX17" fmla="*/ 18491 w 49187"/>
              <a:gd name="connsiteY17" fmla="*/ 1935 h 16374"/>
              <a:gd name="connsiteX18" fmla="*/ 16263 w 49187"/>
              <a:gd name="connsiteY18" fmla="*/ 1262 h 16374"/>
              <a:gd name="connsiteX19" fmla="*/ 13711 w 49187"/>
              <a:gd name="connsiteY19" fmla="*/ 0 h 16374"/>
              <a:gd name="connsiteX0" fmla="*/ 13715 w 49191"/>
              <a:gd name="connsiteY0" fmla="*/ 0 h 16374"/>
              <a:gd name="connsiteX1" fmla="*/ 5058 w 49191"/>
              <a:gd name="connsiteY1" fmla="*/ 1711 h 16374"/>
              <a:gd name="connsiteX2" fmla="*/ 83 w 49191"/>
              <a:gd name="connsiteY2" fmla="*/ 9639 h 16374"/>
              <a:gd name="connsiteX3" fmla="*/ 6214 w 49191"/>
              <a:gd name="connsiteY3" fmla="*/ 15562 h 16374"/>
              <a:gd name="connsiteX4" fmla="*/ 12425 w 49191"/>
              <a:gd name="connsiteY4" fmla="*/ 16354 h 16374"/>
              <a:gd name="connsiteX5" fmla="*/ 18722 w 49191"/>
              <a:gd name="connsiteY5" fmla="*/ 16155 h 16374"/>
              <a:gd name="connsiteX6" fmla="*/ 26057 w 49191"/>
              <a:gd name="connsiteY6" fmla="*/ 16132 h 16374"/>
              <a:gd name="connsiteX7" fmla="*/ 45036 w 49191"/>
              <a:gd name="connsiteY7" fmla="*/ 16217 h 16374"/>
              <a:gd name="connsiteX8" fmla="*/ 45152 w 49191"/>
              <a:gd name="connsiteY8" fmla="*/ 16218 h 16374"/>
              <a:gd name="connsiteX9" fmla="*/ 46403 w 49191"/>
              <a:gd name="connsiteY9" fmla="*/ 15947 h 16374"/>
              <a:gd name="connsiteX10" fmla="*/ 47093 w 49191"/>
              <a:gd name="connsiteY10" fmla="*/ 14961 h 16374"/>
              <a:gd name="connsiteX11" fmla="*/ 49028 w 49191"/>
              <a:gd name="connsiteY11" fmla="*/ 6535 h 16374"/>
              <a:gd name="connsiteX12" fmla="*/ 38356 w 49191"/>
              <a:gd name="connsiteY12" fmla="*/ 2315 h 16374"/>
              <a:gd name="connsiteX13" fmla="*/ 36813 w 49191"/>
              <a:gd name="connsiteY13" fmla="*/ 2318 h 16374"/>
              <a:gd name="connsiteX14" fmla="*/ 35055 w 49191"/>
              <a:gd name="connsiteY14" fmla="*/ 2282 h 16374"/>
              <a:gd name="connsiteX15" fmla="*/ 23823 w 49191"/>
              <a:gd name="connsiteY15" fmla="*/ 3203 h 16374"/>
              <a:gd name="connsiteX16" fmla="*/ 20151 w 49191"/>
              <a:gd name="connsiteY16" fmla="*/ 2426 h 16374"/>
              <a:gd name="connsiteX17" fmla="*/ 18495 w 49191"/>
              <a:gd name="connsiteY17" fmla="*/ 1935 h 16374"/>
              <a:gd name="connsiteX18" fmla="*/ 16267 w 49191"/>
              <a:gd name="connsiteY18" fmla="*/ 1262 h 16374"/>
              <a:gd name="connsiteX19" fmla="*/ 13715 w 49191"/>
              <a:gd name="connsiteY19" fmla="*/ 0 h 16374"/>
              <a:gd name="connsiteX0" fmla="*/ 13713 w 49189"/>
              <a:gd name="connsiteY0" fmla="*/ 0 h 16376"/>
              <a:gd name="connsiteX1" fmla="*/ 5056 w 49189"/>
              <a:gd name="connsiteY1" fmla="*/ 1711 h 16376"/>
              <a:gd name="connsiteX2" fmla="*/ 81 w 49189"/>
              <a:gd name="connsiteY2" fmla="*/ 9639 h 16376"/>
              <a:gd name="connsiteX3" fmla="*/ 6212 w 49189"/>
              <a:gd name="connsiteY3" fmla="*/ 15562 h 16376"/>
              <a:gd name="connsiteX4" fmla="*/ 12498 w 49189"/>
              <a:gd name="connsiteY4" fmla="*/ 16354 h 16376"/>
              <a:gd name="connsiteX5" fmla="*/ 18720 w 49189"/>
              <a:gd name="connsiteY5" fmla="*/ 16155 h 16376"/>
              <a:gd name="connsiteX6" fmla="*/ 26055 w 49189"/>
              <a:gd name="connsiteY6" fmla="*/ 16132 h 16376"/>
              <a:gd name="connsiteX7" fmla="*/ 45034 w 49189"/>
              <a:gd name="connsiteY7" fmla="*/ 16217 h 16376"/>
              <a:gd name="connsiteX8" fmla="*/ 45150 w 49189"/>
              <a:gd name="connsiteY8" fmla="*/ 16218 h 16376"/>
              <a:gd name="connsiteX9" fmla="*/ 46401 w 49189"/>
              <a:gd name="connsiteY9" fmla="*/ 15947 h 16376"/>
              <a:gd name="connsiteX10" fmla="*/ 47091 w 49189"/>
              <a:gd name="connsiteY10" fmla="*/ 14961 h 16376"/>
              <a:gd name="connsiteX11" fmla="*/ 49026 w 49189"/>
              <a:gd name="connsiteY11" fmla="*/ 6535 h 16376"/>
              <a:gd name="connsiteX12" fmla="*/ 38354 w 49189"/>
              <a:gd name="connsiteY12" fmla="*/ 2315 h 16376"/>
              <a:gd name="connsiteX13" fmla="*/ 36811 w 49189"/>
              <a:gd name="connsiteY13" fmla="*/ 2318 h 16376"/>
              <a:gd name="connsiteX14" fmla="*/ 35053 w 49189"/>
              <a:gd name="connsiteY14" fmla="*/ 2282 h 16376"/>
              <a:gd name="connsiteX15" fmla="*/ 23821 w 49189"/>
              <a:gd name="connsiteY15" fmla="*/ 3203 h 16376"/>
              <a:gd name="connsiteX16" fmla="*/ 20149 w 49189"/>
              <a:gd name="connsiteY16" fmla="*/ 2426 h 16376"/>
              <a:gd name="connsiteX17" fmla="*/ 18493 w 49189"/>
              <a:gd name="connsiteY17" fmla="*/ 1935 h 16376"/>
              <a:gd name="connsiteX18" fmla="*/ 16265 w 49189"/>
              <a:gd name="connsiteY18" fmla="*/ 1262 h 16376"/>
              <a:gd name="connsiteX19" fmla="*/ 13713 w 49189"/>
              <a:gd name="connsiteY19" fmla="*/ 0 h 16376"/>
              <a:gd name="connsiteX0" fmla="*/ 13713 w 49189"/>
              <a:gd name="connsiteY0" fmla="*/ 0 h 19742"/>
              <a:gd name="connsiteX1" fmla="*/ 5056 w 49189"/>
              <a:gd name="connsiteY1" fmla="*/ 1711 h 19742"/>
              <a:gd name="connsiteX2" fmla="*/ 81 w 49189"/>
              <a:gd name="connsiteY2" fmla="*/ 9639 h 19742"/>
              <a:gd name="connsiteX3" fmla="*/ 6212 w 49189"/>
              <a:gd name="connsiteY3" fmla="*/ 15562 h 19742"/>
              <a:gd name="connsiteX4" fmla="*/ 12498 w 49189"/>
              <a:gd name="connsiteY4" fmla="*/ 16354 h 19742"/>
              <a:gd name="connsiteX5" fmla="*/ 19095 w 49189"/>
              <a:gd name="connsiteY5" fmla="*/ 19742 h 19742"/>
              <a:gd name="connsiteX6" fmla="*/ 26055 w 49189"/>
              <a:gd name="connsiteY6" fmla="*/ 16132 h 19742"/>
              <a:gd name="connsiteX7" fmla="*/ 45034 w 49189"/>
              <a:gd name="connsiteY7" fmla="*/ 16217 h 19742"/>
              <a:gd name="connsiteX8" fmla="*/ 45150 w 49189"/>
              <a:gd name="connsiteY8" fmla="*/ 16218 h 19742"/>
              <a:gd name="connsiteX9" fmla="*/ 46401 w 49189"/>
              <a:gd name="connsiteY9" fmla="*/ 15947 h 19742"/>
              <a:gd name="connsiteX10" fmla="*/ 47091 w 49189"/>
              <a:gd name="connsiteY10" fmla="*/ 14961 h 19742"/>
              <a:gd name="connsiteX11" fmla="*/ 49026 w 49189"/>
              <a:gd name="connsiteY11" fmla="*/ 6535 h 19742"/>
              <a:gd name="connsiteX12" fmla="*/ 38354 w 49189"/>
              <a:gd name="connsiteY12" fmla="*/ 2315 h 19742"/>
              <a:gd name="connsiteX13" fmla="*/ 36811 w 49189"/>
              <a:gd name="connsiteY13" fmla="*/ 2318 h 19742"/>
              <a:gd name="connsiteX14" fmla="*/ 35053 w 49189"/>
              <a:gd name="connsiteY14" fmla="*/ 2282 h 19742"/>
              <a:gd name="connsiteX15" fmla="*/ 23821 w 49189"/>
              <a:gd name="connsiteY15" fmla="*/ 3203 h 19742"/>
              <a:gd name="connsiteX16" fmla="*/ 20149 w 49189"/>
              <a:gd name="connsiteY16" fmla="*/ 2426 h 19742"/>
              <a:gd name="connsiteX17" fmla="*/ 18493 w 49189"/>
              <a:gd name="connsiteY17" fmla="*/ 1935 h 19742"/>
              <a:gd name="connsiteX18" fmla="*/ 16265 w 49189"/>
              <a:gd name="connsiteY18" fmla="*/ 1262 h 19742"/>
              <a:gd name="connsiteX19" fmla="*/ 13713 w 49189"/>
              <a:gd name="connsiteY19" fmla="*/ 0 h 19742"/>
              <a:gd name="connsiteX0" fmla="*/ 13713 w 49189"/>
              <a:gd name="connsiteY0" fmla="*/ 0 h 19751"/>
              <a:gd name="connsiteX1" fmla="*/ 5056 w 49189"/>
              <a:gd name="connsiteY1" fmla="*/ 1711 h 19751"/>
              <a:gd name="connsiteX2" fmla="*/ 81 w 49189"/>
              <a:gd name="connsiteY2" fmla="*/ 9639 h 19751"/>
              <a:gd name="connsiteX3" fmla="*/ 6212 w 49189"/>
              <a:gd name="connsiteY3" fmla="*/ 15562 h 19751"/>
              <a:gd name="connsiteX4" fmla="*/ 13023 w 49189"/>
              <a:gd name="connsiteY4" fmla="*/ 17139 h 19751"/>
              <a:gd name="connsiteX5" fmla="*/ 19095 w 49189"/>
              <a:gd name="connsiteY5" fmla="*/ 19742 h 19751"/>
              <a:gd name="connsiteX6" fmla="*/ 26055 w 49189"/>
              <a:gd name="connsiteY6" fmla="*/ 16132 h 19751"/>
              <a:gd name="connsiteX7" fmla="*/ 45034 w 49189"/>
              <a:gd name="connsiteY7" fmla="*/ 16217 h 19751"/>
              <a:gd name="connsiteX8" fmla="*/ 45150 w 49189"/>
              <a:gd name="connsiteY8" fmla="*/ 16218 h 19751"/>
              <a:gd name="connsiteX9" fmla="*/ 46401 w 49189"/>
              <a:gd name="connsiteY9" fmla="*/ 15947 h 19751"/>
              <a:gd name="connsiteX10" fmla="*/ 47091 w 49189"/>
              <a:gd name="connsiteY10" fmla="*/ 14961 h 19751"/>
              <a:gd name="connsiteX11" fmla="*/ 49026 w 49189"/>
              <a:gd name="connsiteY11" fmla="*/ 6535 h 19751"/>
              <a:gd name="connsiteX12" fmla="*/ 38354 w 49189"/>
              <a:gd name="connsiteY12" fmla="*/ 2315 h 19751"/>
              <a:gd name="connsiteX13" fmla="*/ 36811 w 49189"/>
              <a:gd name="connsiteY13" fmla="*/ 2318 h 19751"/>
              <a:gd name="connsiteX14" fmla="*/ 35053 w 49189"/>
              <a:gd name="connsiteY14" fmla="*/ 2282 h 19751"/>
              <a:gd name="connsiteX15" fmla="*/ 23821 w 49189"/>
              <a:gd name="connsiteY15" fmla="*/ 3203 h 19751"/>
              <a:gd name="connsiteX16" fmla="*/ 20149 w 49189"/>
              <a:gd name="connsiteY16" fmla="*/ 2426 h 19751"/>
              <a:gd name="connsiteX17" fmla="*/ 18493 w 49189"/>
              <a:gd name="connsiteY17" fmla="*/ 1935 h 19751"/>
              <a:gd name="connsiteX18" fmla="*/ 16265 w 49189"/>
              <a:gd name="connsiteY18" fmla="*/ 1262 h 19751"/>
              <a:gd name="connsiteX19" fmla="*/ 13713 w 49189"/>
              <a:gd name="connsiteY19" fmla="*/ 0 h 19751"/>
              <a:gd name="connsiteX0" fmla="*/ 13713 w 49189"/>
              <a:gd name="connsiteY0" fmla="*/ 0 h 20147"/>
              <a:gd name="connsiteX1" fmla="*/ 5056 w 49189"/>
              <a:gd name="connsiteY1" fmla="*/ 1711 h 20147"/>
              <a:gd name="connsiteX2" fmla="*/ 81 w 49189"/>
              <a:gd name="connsiteY2" fmla="*/ 9639 h 20147"/>
              <a:gd name="connsiteX3" fmla="*/ 6212 w 49189"/>
              <a:gd name="connsiteY3" fmla="*/ 15562 h 20147"/>
              <a:gd name="connsiteX4" fmla="*/ 13023 w 49189"/>
              <a:gd name="connsiteY4" fmla="*/ 17139 h 20147"/>
              <a:gd name="connsiteX5" fmla="*/ 19095 w 49189"/>
              <a:gd name="connsiteY5" fmla="*/ 19742 h 20147"/>
              <a:gd name="connsiteX6" fmla="*/ 27780 w 49189"/>
              <a:gd name="connsiteY6" fmla="*/ 19775 h 20147"/>
              <a:gd name="connsiteX7" fmla="*/ 45034 w 49189"/>
              <a:gd name="connsiteY7" fmla="*/ 16217 h 20147"/>
              <a:gd name="connsiteX8" fmla="*/ 45150 w 49189"/>
              <a:gd name="connsiteY8" fmla="*/ 16218 h 20147"/>
              <a:gd name="connsiteX9" fmla="*/ 46401 w 49189"/>
              <a:gd name="connsiteY9" fmla="*/ 15947 h 20147"/>
              <a:gd name="connsiteX10" fmla="*/ 47091 w 49189"/>
              <a:gd name="connsiteY10" fmla="*/ 14961 h 20147"/>
              <a:gd name="connsiteX11" fmla="*/ 49026 w 49189"/>
              <a:gd name="connsiteY11" fmla="*/ 6535 h 20147"/>
              <a:gd name="connsiteX12" fmla="*/ 38354 w 49189"/>
              <a:gd name="connsiteY12" fmla="*/ 2315 h 20147"/>
              <a:gd name="connsiteX13" fmla="*/ 36811 w 49189"/>
              <a:gd name="connsiteY13" fmla="*/ 2318 h 20147"/>
              <a:gd name="connsiteX14" fmla="*/ 35053 w 49189"/>
              <a:gd name="connsiteY14" fmla="*/ 2282 h 20147"/>
              <a:gd name="connsiteX15" fmla="*/ 23821 w 49189"/>
              <a:gd name="connsiteY15" fmla="*/ 3203 h 20147"/>
              <a:gd name="connsiteX16" fmla="*/ 20149 w 49189"/>
              <a:gd name="connsiteY16" fmla="*/ 2426 h 20147"/>
              <a:gd name="connsiteX17" fmla="*/ 18493 w 49189"/>
              <a:gd name="connsiteY17" fmla="*/ 1935 h 20147"/>
              <a:gd name="connsiteX18" fmla="*/ 16265 w 49189"/>
              <a:gd name="connsiteY18" fmla="*/ 1262 h 20147"/>
              <a:gd name="connsiteX19" fmla="*/ 13713 w 49189"/>
              <a:gd name="connsiteY19" fmla="*/ 0 h 20147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7780 w 49189"/>
              <a:gd name="connsiteY6" fmla="*/ 19775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391"/>
              <a:gd name="connsiteX1" fmla="*/ 5056 w 49189"/>
              <a:gd name="connsiteY1" fmla="*/ 1711 h 23391"/>
              <a:gd name="connsiteX2" fmla="*/ 81 w 49189"/>
              <a:gd name="connsiteY2" fmla="*/ 9639 h 23391"/>
              <a:gd name="connsiteX3" fmla="*/ 6212 w 49189"/>
              <a:gd name="connsiteY3" fmla="*/ 15562 h 23391"/>
              <a:gd name="connsiteX4" fmla="*/ 13023 w 49189"/>
              <a:gd name="connsiteY4" fmla="*/ 17139 h 23391"/>
              <a:gd name="connsiteX5" fmla="*/ 19095 w 49189"/>
              <a:gd name="connsiteY5" fmla="*/ 19742 h 23391"/>
              <a:gd name="connsiteX6" fmla="*/ 28005 w 49189"/>
              <a:gd name="connsiteY6" fmla="*/ 22409 h 23391"/>
              <a:gd name="connsiteX7" fmla="*/ 45034 w 49189"/>
              <a:gd name="connsiteY7" fmla="*/ 16217 h 23391"/>
              <a:gd name="connsiteX8" fmla="*/ 44850 w 49189"/>
              <a:gd name="connsiteY8" fmla="*/ 23391 h 23391"/>
              <a:gd name="connsiteX9" fmla="*/ 46401 w 49189"/>
              <a:gd name="connsiteY9" fmla="*/ 15947 h 23391"/>
              <a:gd name="connsiteX10" fmla="*/ 47091 w 49189"/>
              <a:gd name="connsiteY10" fmla="*/ 14961 h 23391"/>
              <a:gd name="connsiteX11" fmla="*/ 49026 w 49189"/>
              <a:gd name="connsiteY11" fmla="*/ 6535 h 23391"/>
              <a:gd name="connsiteX12" fmla="*/ 38354 w 49189"/>
              <a:gd name="connsiteY12" fmla="*/ 2315 h 23391"/>
              <a:gd name="connsiteX13" fmla="*/ 36811 w 49189"/>
              <a:gd name="connsiteY13" fmla="*/ 2318 h 23391"/>
              <a:gd name="connsiteX14" fmla="*/ 35053 w 49189"/>
              <a:gd name="connsiteY14" fmla="*/ 2282 h 23391"/>
              <a:gd name="connsiteX15" fmla="*/ 23821 w 49189"/>
              <a:gd name="connsiteY15" fmla="*/ 3203 h 23391"/>
              <a:gd name="connsiteX16" fmla="*/ 20149 w 49189"/>
              <a:gd name="connsiteY16" fmla="*/ 2426 h 23391"/>
              <a:gd name="connsiteX17" fmla="*/ 18493 w 49189"/>
              <a:gd name="connsiteY17" fmla="*/ 1935 h 23391"/>
              <a:gd name="connsiteX18" fmla="*/ 16265 w 49189"/>
              <a:gd name="connsiteY18" fmla="*/ 1262 h 23391"/>
              <a:gd name="connsiteX19" fmla="*/ 13713 w 49189"/>
              <a:gd name="connsiteY19" fmla="*/ 0 h 23391"/>
              <a:gd name="connsiteX0" fmla="*/ 13713 w 49189"/>
              <a:gd name="connsiteY0" fmla="*/ 0 h 23626"/>
              <a:gd name="connsiteX1" fmla="*/ 5056 w 49189"/>
              <a:gd name="connsiteY1" fmla="*/ 1711 h 23626"/>
              <a:gd name="connsiteX2" fmla="*/ 81 w 49189"/>
              <a:gd name="connsiteY2" fmla="*/ 9639 h 23626"/>
              <a:gd name="connsiteX3" fmla="*/ 6212 w 49189"/>
              <a:gd name="connsiteY3" fmla="*/ 15562 h 23626"/>
              <a:gd name="connsiteX4" fmla="*/ 13023 w 49189"/>
              <a:gd name="connsiteY4" fmla="*/ 17139 h 23626"/>
              <a:gd name="connsiteX5" fmla="*/ 19095 w 49189"/>
              <a:gd name="connsiteY5" fmla="*/ 19742 h 23626"/>
              <a:gd name="connsiteX6" fmla="*/ 28005 w 49189"/>
              <a:gd name="connsiteY6" fmla="*/ 22409 h 23626"/>
              <a:gd name="connsiteX7" fmla="*/ 40235 w 49189"/>
              <a:gd name="connsiteY7" fmla="*/ 21821 h 23626"/>
              <a:gd name="connsiteX8" fmla="*/ 44850 w 49189"/>
              <a:gd name="connsiteY8" fmla="*/ 23391 h 23626"/>
              <a:gd name="connsiteX9" fmla="*/ 46401 w 49189"/>
              <a:gd name="connsiteY9" fmla="*/ 15947 h 23626"/>
              <a:gd name="connsiteX10" fmla="*/ 47091 w 49189"/>
              <a:gd name="connsiteY10" fmla="*/ 14961 h 23626"/>
              <a:gd name="connsiteX11" fmla="*/ 49026 w 49189"/>
              <a:gd name="connsiteY11" fmla="*/ 6535 h 23626"/>
              <a:gd name="connsiteX12" fmla="*/ 38354 w 49189"/>
              <a:gd name="connsiteY12" fmla="*/ 2315 h 23626"/>
              <a:gd name="connsiteX13" fmla="*/ 36811 w 49189"/>
              <a:gd name="connsiteY13" fmla="*/ 2318 h 23626"/>
              <a:gd name="connsiteX14" fmla="*/ 35053 w 49189"/>
              <a:gd name="connsiteY14" fmla="*/ 2282 h 23626"/>
              <a:gd name="connsiteX15" fmla="*/ 23821 w 49189"/>
              <a:gd name="connsiteY15" fmla="*/ 3203 h 23626"/>
              <a:gd name="connsiteX16" fmla="*/ 20149 w 49189"/>
              <a:gd name="connsiteY16" fmla="*/ 2426 h 23626"/>
              <a:gd name="connsiteX17" fmla="*/ 18493 w 49189"/>
              <a:gd name="connsiteY17" fmla="*/ 1935 h 23626"/>
              <a:gd name="connsiteX18" fmla="*/ 16265 w 49189"/>
              <a:gd name="connsiteY18" fmla="*/ 1262 h 23626"/>
              <a:gd name="connsiteX19" fmla="*/ 13713 w 49189"/>
              <a:gd name="connsiteY19" fmla="*/ 0 h 23626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98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149 w 49189"/>
              <a:gd name="connsiteY16" fmla="*/ 2149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65 w 49189"/>
              <a:gd name="connsiteY18" fmla="*/ 705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824 w 49189"/>
              <a:gd name="connsiteY16" fmla="*/ 2317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493 w 49189"/>
              <a:gd name="connsiteY17" fmla="*/ 165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89"/>
              <a:gd name="connsiteY0" fmla="*/ 3 h 23349"/>
              <a:gd name="connsiteX1" fmla="*/ 5056 w 49189"/>
              <a:gd name="connsiteY1" fmla="*/ 1434 h 23349"/>
              <a:gd name="connsiteX2" fmla="*/ 81 w 49189"/>
              <a:gd name="connsiteY2" fmla="*/ 9362 h 23349"/>
              <a:gd name="connsiteX3" fmla="*/ 6212 w 49189"/>
              <a:gd name="connsiteY3" fmla="*/ 15285 h 23349"/>
              <a:gd name="connsiteX4" fmla="*/ 13023 w 49189"/>
              <a:gd name="connsiteY4" fmla="*/ 16862 h 23349"/>
              <a:gd name="connsiteX5" fmla="*/ 19095 w 49189"/>
              <a:gd name="connsiteY5" fmla="*/ 19465 h 23349"/>
              <a:gd name="connsiteX6" fmla="*/ 28005 w 49189"/>
              <a:gd name="connsiteY6" fmla="*/ 22132 h 23349"/>
              <a:gd name="connsiteX7" fmla="*/ 40235 w 49189"/>
              <a:gd name="connsiteY7" fmla="*/ 21544 h 23349"/>
              <a:gd name="connsiteX8" fmla="*/ 44850 w 49189"/>
              <a:gd name="connsiteY8" fmla="*/ 23114 h 23349"/>
              <a:gd name="connsiteX9" fmla="*/ 46401 w 49189"/>
              <a:gd name="connsiteY9" fmla="*/ 15670 h 23349"/>
              <a:gd name="connsiteX10" fmla="*/ 47091 w 49189"/>
              <a:gd name="connsiteY10" fmla="*/ 14684 h 23349"/>
              <a:gd name="connsiteX11" fmla="*/ 49026 w 49189"/>
              <a:gd name="connsiteY11" fmla="*/ 6258 h 23349"/>
              <a:gd name="connsiteX12" fmla="*/ 38354 w 49189"/>
              <a:gd name="connsiteY12" fmla="*/ 2038 h 23349"/>
              <a:gd name="connsiteX13" fmla="*/ 36811 w 49189"/>
              <a:gd name="connsiteY13" fmla="*/ 2041 h 23349"/>
              <a:gd name="connsiteX14" fmla="*/ 35053 w 49189"/>
              <a:gd name="connsiteY14" fmla="*/ 2005 h 23349"/>
              <a:gd name="connsiteX15" fmla="*/ 23821 w 49189"/>
              <a:gd name="connsiteY15" fmla="*/ 2926 h 23349"/>
              <a:gd name="connsiteX16" fmla="*/ 20936 w 49189"/>
              <a:gd name="connsiteY16" fmla="*/ 2681 h 23349"/>
              <a:gd name="connsiteX17" fmla="*/ 18399 w 49189"/>
              <a:gd name="connsiteY17" fmla="*/ 1938 h 23349"/>
              <a:gd name="connsiteX18" fmla="*/ 16228 w 49189"/>
              <a:gd name="connsiteY18" fmla="*/ 901 h 23349"/>
              <a:gd name="connsiteX19" fmla="*/ 13038 w 49189"/>
              <a:gd name="connsiteY19" fmla="*/ 3 h 23349"/>
              <a:gd name="connsiteX0" fmla="*/ 13038 w 49150"/>
              <a:gd name="connsiteY0" fmla="*/ 3 h 23334"/>
              <a:gd name="connsiteX1" fmla="*/ 5056 w 49150"/>
              <a:gd name="connsiteY1" fmla="*/ 1434 h 23334"/>
              <a:gd name="connsiteX2" fmla="*/ 81 w 49150"/>
              <a:gd name="connsiteY2" fmla="*/ 9362 h 23334"/>
              <a:gd name="connsiteX3" fmla="*/ 6212 w 49150"/>
              <a:gd name="connsiteY3" fmla="*/ 15285 h 23334"/>
              <a:gd name="connsiteX4" fmla="*/ 13023 w 49150"/>
              <a:gd name="connsiteY4" fmla="*/ 16862 h 23334"/>
              <a:gd name="connsiteX5" fmla="*/ 19095 w 49150"/>
              <a:gd name="connsiteY5" fmla="*/ 19465 h 23334"/>
              <a:gd name="connsiteX6" fmla="*/ 28005 w 49150"/>
              <a:gd name="connsiteY6" fmla="*/ 22132 h 23334"/>
              <a:gd name="connsiteX7" fmla="*/ 40235 w 49150"/>
              <a:gd name="connsiteY7" fmla="*/ 21544 h 23334"/>
              <a:gd name="connsiteX8" fmla="*/ 44850 w 49150"/>
              <a:gd name="connsiteY8" fmla="*/ 23114 h 23334"/>
              <a:gd name="connsiteX9" fmla="*/ 46475 w 49150"/>
              <a:gd name="connsiteY9" fmla="*/ 15919 h 23334"/>
              <a:gd name="connsiteX10" fmla="*/ 47091 w 49150"/>
              <a:gd name="connsiteY10" fmla="*/ 14684 h 23334"/>
              <a:gd name="connsiteX11" fmla="*/ 49026 w 49150"/>
              <a:gd name="connsiteY11" fmla="*/ 6258 h 23334"/>
              <a:gd name="connsiteX12" fmla="*/ 38354 w 49150"/>
              <a:gd name="connsiteY12" fmla="*/ 2038 h 23334"/>
              <a:gd name="connsiteX13" fmla="*/ 36811 w 49150"/>
              <a:gd name="connsiteY13" fmla="*/ 2041 h 23334"/>
              <a:gd name="connsiteX14" fmla="*/ 35053 w 49150"/>
              <a:gd name="connsiteY14" fmla="*/ 2005 h 23334"/>
              <a:gd name="connsiteX15" fmla="*/ 23821 w 49150"/>
              <a:gd name="connsiteY15" fmla="*/ 2926 h 23334"/>
              <a:gd name="connsiteX16" fmla="*/ 20936 w 49150"/>
              <a:gd name="connsiteY16" fmla="*/ 2681 h 23334"/>
              <a:gd name="connsiteX17" fmla="*/ 18399 w 49150"/>
              <a:gd name="connsiteY17" fmla="*/ 1938 h 23334"/>
              <a:gd name="connsiteX18" fmla="*/ 16228 w 49150"/>
              <a:gd name="connsiteY18" fmla="*/ 901 h 23334"/>
              <a:gd name="connsiteX19" fmla="*/ 13038 w 49150"/>
              <a:gd name="connsiteY19" fmla="*/ 3 h 23334"/>
              <a:gd name="connsiteX0" fmla="*/ 13038 w 49404"/>
              <a:gd name="connsiteY0" fmla="*/ 3 h 23334"/>
              <a:gd name="connsiteX1" fmla="*/ 5056 w 49404"/>
              <a:gd name="connsiteY1" fmla="*/ 1434 h 23334"/>
              <a:gd name="connsiteX2" fmla="*/ 81 w 49404"/>
              <a:gd name="connsiteY2" fmla="*/ 9362 h 23334"/>
              <a:gd name="connsiteX3" fmla="*/ 6212 w 49404"/>
              <a:gd name="connsiteY3" fmla="*/ 15285 h 23334"/>
              <a:gd name="connsiteX4" fmla="*/ 13023 w 49404"/>
              <a:gd name="connsiteY4" fmla="*/ 16862 h 23334"/>
              <a:gd name="connsiteX5" fmla="*/ 19095 w 49404"/>
              <a:gd name="connsiteY5" fmla="*/ 19465 h 23334"/>
              <a:gd name="connsiteX6" fmla="*/ 28005 w 49404"/>
              <a:gd name="connsiteY6" fmla="*/ 22132 h 23334"/>
              <a:gd name="connsiteX7" fmla="*/ 40235 w 49404"/>
              <a:gd name="connsiteY7" fmla="*/ 21544 h 23334"/>
              <a:gd name="connsiteX8" fmla="*/ 44850 w 49404"/>
              <a:gd name="connsiteY8" fmla="*/ 23114 h 23334"/>
              <a:gd name="connsiteX9" fmla="*/ 46475 w 49404"/>
              <a:gd name="connsiteY9" fmla="*/ 15919 h 23334"/>
              <a:gd name="connsiteX10" fmla="*/ 46962 w 49404"/>
              <a:gd name="connsiteY10" fmla="*/ 14673 h 23334"/>
              <a:gd name="connsiteX11" fmla="*/ 49026 w 49404"/>
              <a:gd name="connsiteY11" fmla="*/ 6258 h 23334"/>
              <a:gd name="connsiteX12" fmla="*/ 38354 w 49404"/>
              <a:gd name="connsiteY12" fmla="*/ 2038 h 23334"/>
              <a:gd name="connsiteX13" fmla="*/ 36811 w 49404"/>
              <a:gd name="connsiteY13" fmla="*/ 2041 h 23334"/>
              <a:gd name="connsiteX14" fmla="*/ 35053 w 49404"/>
              <a:gd name="connsiteY14" fmla="*/ 2005 h 23334"/>
              <a:gd name="connsiteX15" fmla="*/ 23821 w 49404"/>
              <a:gd name="connsiteY15" fmla="*/ 2926 h 23334"/>
              <a:gd name="connsiteX16" fmla="*/ 20936 w 49404"/>
              <a:gd name="connsiteY16" fmla="*/ 2681 h 23334"/>
              <a:gd name="connsiteX17" fmla="*/ 18399 w 49404"/>
              <a:gd name="connsiteY17" fmla="*/ 1938 h 23334"/>
              <a:gd name="connsiteX18" fmla="*/ 16228 w 49404"/>
              <a:gd name="connsiteY18" fmla="*/ 901 h 23334"/>
              <a:gd name="connsiteX19" fmla="*/ 13038 w 49404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9"/>
              <a:gd name="connsiteY0" fmla="*/ 3 h 23334"/>
              <a:gd name="connsiteX1" fmla="*/ 5056 w 49419"/>
              <a:gd name="connsiteY1" fmla="*/ 1434 h 23334"/>
              <a:gd name="connsiteX2" fmla="*/ 81 w 49419"/>
              <a:gd name="connsiteY2" fmla="*/ 9362 h 23334"/>
              <a:gd name="connsiteX3" fmla="*/ 6212 w 49419"/>
              <a:gd name="connsiteY3" fmla="*/ 15285 h 23334"/>
              <a:gd name="connsiteX4" fmla="*/ 13023 w 49419"/>
              <a:gd name="connsiteY4" fmla="*/ 16862 h 23334"/>
              <a:gd name="connsiteX5" fmla="*/ 19095 w 49419"/>
              <a:gd name="connsiteY5" fmla="*/ 19465 h 23334"/>
              <a:gd name="connsiteX6" fmla="*/ 28005 w 49419"/>
              <a:gd name="connsiteY6" fmla="*/ 22132 h 23334"/>
              <a:gd name="connsiteX7" fmla="*/ 40235 w 49419"/>
              <a:gd name="connsiteY7" fmla="*/ 21544 h 23334"/>
              <a:gd name="connsiteX8" fmla="*/ 44850 w 49419"/>
              <a:gd name="connsiteY8" fmla="*/ 23114 h 23334"/>
              <a:gd name="connsiteX9" fmla="*/ 46475 w 49419"/>
              <a:gd name="connsiteY9" fmla="*/ 15919 h 23334"/>
              <a:gd name="connsiteX10" fmla="*/ 47058 w 49419"/>
              <a:gd name="connsiteY10" fmla="*/ 14573 h 23334"/>
              <a:gd name="connsiteX11" fmla="*/ 49026 w 49419"/>
              <a:gd name="connsiteY11" fmla="*/ 6258 h 23334"/>
              <a:gd name="connsiteX12" fmla="*/ 38354 w 49419"/>
              <a:gd name="connsiteY12" fmla="*/ 2038 h 23334"/>
              <a:gd name="connsiteX13" fmla="*/ 36811 w 49419"/>
              <a:gd name="connsiteY13" fmla="*/ 2041 h 23334"/>
              <a:gd name="connsiteX14" fmla="*/ 35053 w 49419"/>
              <a:gd name="connsiteY14" fmla="*/ 2005 h 23334"/>
              <a:gd name="connsiteX15" fmla="*/ 23821 w 49419"/>
              <a:gd name="connsiteY15" fmla="*/ 2926 h 23334"/>
              <a:gd name="connsiteX16" fmla="*/ 20936 w 49419"/>
              <a:gd name="connsiteY16" fmla="*/ 2681 h 23334"/>
              <a:gd name="connsiteX17" fmla="*/ 18399 w 49419"/>
              <a:gd name="connsiteY17" fmla="*/ 1938 h 23334"/>
              <a:gd name="connsiteX18" fmla="*/ 16228 w 49419"/>
              <a:gd name="connsiteY18" fmla="*/ 901 h 23334"/>
              <a:gd name="connsiteX19" fmla="*/ 13038 w 49419"/>
              <a:gd name="connsiteY19" fmla="*/ 3 h 23334"/>
              <a:gd name="connsiteX0" fmla="*/ 13038 w 49418"/>
              <a:gd name="connsiteY0" fmla="*/ 3 h 23326"/>
              <a:gd name="connsiteX1" fmla="*/ 5056 w 49418"/>
              <a:gd name="connsiteY1" fmla="*/ 1434 h 23326"/>
              <a:gd name="connsiteX2" fmla="*/ 81 w 49418"/>
              <a:gd name="connsiteY2" fmla="*/ 9362 h 23326"/>
              <a:gd name="connsiteX3" fmla="*/ 6212 w 49418"/>
              <a:gd name="connsiteY3" fmla="*/ 15285 h 23326"/>
              <a:gd name="connsiteX4" fmla="*/ 13023 w 49418"/>
              <a:gd name="connsiteY4" fmla="*/ 16862 h 23326"/>
              <a:gd name="connsiteX5" fmla="*/ 19095 w 49418"/>
              <a:gd name="connsiteY5" fmla="*/ 19465 h 23326"/>
              <a:gd name="connsiteX6" fmla="*/ 28005 w 49418"/>
              <a:gd name="connsiteY6" fmla="*/ 22132 h 23326"/>
              <a:gd name="connsiteX7" fmla="*/ 40235 w 49418"/>
              <a:gd name="connsiteY7" fmla="*/ 21544 h 23326"/>
              <a:gd name="connsiteX8" fmla="*/ 44850 w 49418"/>
              <a:gd name="connsiteY8" fmla="*/ 23114 h 23326"/>
              <a:gd name="connsiteX9" fmla="*/ 46556 w 49418"/>
              <a:gd name="connsiteY9" fmla="*/ 16052 h 23326"/>
              <a:gd name="connsiteX10" fmla="*/ 47058 w 49418"/>
              <a:gd name="connsiteY10" fmla="*/ 14573 h 23326"/>
              <a:gd name="connsiteX11" fmla="*/ 49026 w 49418"/>
              <a:gd name="connsiteY11" fmla="*/ 6258 h 23326"/>
              <a:gd name="connsiteX12" fmla="*/ 38354 w 49418"/>
              <a:gd name="connsiteY12" fmla="*/ 2038 h 23326"/>
              <a:gd name="connsiteX13" fmla="*/ 36811 w 49418"/>
              <a:gd name="connsiteY13" fmla="*/ 2041 h 23326"/>
              <a:gd name="connsiteX14" fmla="*/ 35053 w 49418"/>
              <a:gd name="connsiteY14" fmla="*/ 2005 h 23326"/>
              <a:gd name="connsiteX15" fmla="*/ 23821 w 49418"/>
              <a:gd name="connsiteY15" fmla="*/ 2926 h 23326"/>
              <a:gd name="connsiteX16" fmla="*/ 20936 w 49418"/>
              <a:gd name="connsiteY16" fmla="*/ 2681 h 23326"/>
              <a:gd name="connsiteX17" fmla="*/ 18399 w 49418"/>
              <a:gd name="connsiteY17" fmla="*/ 1938 h 23326"/>
              <a:gd name="connsiteX18" fmla="*/ 16228 w 49418"/>
              <a:gd name="connsiteY18" fmla="*/ 901 h 23326"/>
              <a:gd name="connsiteX19" fmla="*/ 13038 w 49418"/>
              <a:gd name="connsiteY19" fmla="*/ 3 h 23326"/>
              <a:gd name="connsiteX0" fmla="*/ 13038 w 49437"/>
              <a:gd name="connsiteY0" fmla="*/ 3 h 23326"/>
              <a:gd name="connsiteX1" fmla="*/ 5056 w 49437"/>
              <a:gd name="connsiteY1" fmla="*/ 1434 h 23326"/>
              <a:gd name="connsiteX2" fmla="*/ 81 w 49437"/>
              <a:gd name="connsiteY2" fmla="*/ 9362 h 23326"/>
              <a:gd name="connsiteX3" fmla="*/ 6212 w 49437"/>
              <a:gd name="connsiteY3" fmla="*/ 15285 h 23326"/>
              <a:gd name="connsiteX4" fmla="*/ 13023 w 49437"/>
              <a:gd name="connsiteY4" fmla="*/ 16862 h 23326"/>
              <a:gd name="connsiteX5" fmla="*/ 19095 w 49437"/>
              <a:gd name="connsiteY5" fmla="*/ 19465 h 23326"/>
              <a:gd name="connsiteX6" fmla="*/ 28005 w 49437"/>
              <a:gd name="connsiteY6" fmla="*/ 22132 h 23326"/>
              <a:gd name="connsiteX7" fmla="*/ 40235 w 49437"/>
              <a:gd name="connsiteY7" fmla="*/ 21544 h 23326"/>
              <a:gd name="connsiteX8" fmla="*/ 44850 w 49437"/>
              <a:gd name="connsiteY8" fmla="*/ 23114 h 23326"/>
              <a:gd name="connsiteX9" fmla="*/ 46556 w 49437"/>
              <a:gd name="connsiteY9" fmla="*/ 16052 h 23326"/>
              <a:gd name="connsiteX10" fmla="*/ 47058 w 49437"/>
              <a:gd name="connsiteY10" fmla="*/ 14573 h 23326"/>
              <a:gd name="connsiteX11" fmla="*/ 49026 w 49437"/>
              <a:gd name="connsiteY11" fmla="*/ 6258 h 23326"/>
              <a:gd name="connsiteX12" fmla="*/ 38354 w 49437"/>
              <a:gd name="connsiteY12" fmla="*/ 2038 h 23326"/>
              <a:gd name="connsiteX13" fmla="*/ 36811 w 49437"/>
              <a:gd name="connsiteY13" fmla="*/ 2041 h 23326"/>
              <a:gd name="connsiteX14" fmla="*/ 35053 w 49437"/>
              <a:gd name="connsiteY14" fmla="*/ 2005 h 23326"/>
              <a:gd name="connsiteX15" fmla="*/ 23821 w 49437"/>
              <a:gd name="connsiteY15" fmla="*/ 2926 h 23326"/>
              <a:gd name="connsiteX16" fmla="*/ 20936 w 49437"/>
              <a:gd name="connsiteY16" fmla="*/ 2681 h 23326"/>
              <a:gd name="connsiteX17" fmla="*/ 18399 w 49437"/>
              <a:gd name="connsiteY17" fmla="*/ 1938 h 23326"/>
              <a:gd name="connsiteX18" fmla="*/ 16228 w 49437"/>
              <a:gd name="connsiteY18" fmla="*/ 901 h 23326"/>
              <a:gd name="connsiteX19" fmla="*/ 13038 w 49437"/>
              <a:gd name="connsiteY19" fmla="*/ 3 h 2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437" h="23326" extrusionOk="0">
                <a:moveTo>
                  <a:pt x="13038" y="3"/>
                </a:moveTo>
                <a:cubicBezTo>
                  <a:pt x="10734" y="3"/>
                  <a:pt x="7216" y="-126"/>
                  <a:pt x="5056" y="1434"/>
                </a:cubicBezTo>
                <a:cubicBezTo>
                  <a:pt x="2897" y="2994"/>
                  <a:pt x="634" y="6584"/>
                  <a:pt x="81" y="9362"/>
                </a:cubicBezTo>
                <a:cubicBezTo>
                  <a:pt x="-677" y="13188"/>
                  <a:pt x="4055" y="14035"/>
                  <a:pt x="6212" y="15285"/>
                </a:cubicBezTo>
                <a:cubicBezTo>
                  <a:pt x="8369" y="16535"/>
                  <a:pt x="10876" y="16165"/>
                  <a:pt x="13023" y="16862"/>
                </a:cubicBezTo>
                <a:cubicBezTo>
                  <a:pt x="15170" y="17559"/>
                  <a:pt x="16598" y="18587"/>
                  <a:pt x="19095" y="19465"/>
                </a:cubicBezTo>
                <a:cubicBezTo>
                  <a:pt x="21592" y="20343"/>
                  <a:pt x="24482" y="21786"/>
                  <a:pt x="28005" y="22132"/>
                </a:cubicBezTo>
                <a:cubicBezTo>
                  <a:pt x="31528" y="22478"/>
                  <a:pt x="37428" y="21380"/>
                  <a:pt x="40235" y="21544"/>
                </a:cubicBezTo>
                <a:cubicBezTo>
                  <a:pt x="43042" y="21708"/>
                  <a:pt x="43797" y="24029"/>
                  <a:pt x="44850" y="23114"/>
                </a:cubicBezTo>
                <a:cubicBezTo>
                  <a:pt x="45903" y="22199"/>
                  <a:pt x="46051" y="17433"/>
                  <a:pt x="46556" y="16052"/>
                </a:cubicBezTo>
                <a:cubicBezTo>
                  <a:pt x="47085" y="14606"/>
                  <a:pt x="46475" y="16152"/>
                  <a:pt x="47058" y="14573"/>
                </a:cubicBezTo>
                <a:cubicBezTo>
                  <a:pt x="47671" y="12913"/>
                  <a:pt x="50477" y="8347"/>
                  <a:pt x="49026" y="6258"/>
                </a:cubicBezTo>
                <a:cubicBezTo>
                  <a:pt x="47575" y="4169"/>
                  <a:pt x="42613" y="2038"/>
                  <a:pt x="38354" y="2038"/>
                </a:cubicBezTo>
                <a:lnTo>
                  <a:pt x="36811" y="2041"/>
                </a:lnTo>
                <a:cubicBezTo>
                  <a:pt x="36161" y="2041"/>
                  <a:pt x="37218" y="1858"/>
                  <a:pt x="35053" y="2005"/>
                </a:cubicBezTo>
                <a:cubicBezTo>
                  <a:pt x="32888" y="2153"/>
                  <a:pt x="26417" y="2995"/>
                  <a:pt x="23821" y="2926"/>
                </a:cubicBezTo>
                <a:cubicBezTo>
                  <a:pt x="21225" y="2857"/>
                  <a:pt x="21822" y="2818"/>
                  <a:pt x="20936" y="2681"/>
                </a:cubicBezTo>
                <a:cubicBezTo>
                  <a:pt x="20028" y="2541"/>
                  <a:pt x="19438" y="2256"/>
                  <a:pt x="18399" y="1938"/>
                </a:cubicBezTo>
                <a:cubicBezTo>
                  <a:pt x="17638" y="1634"/>
                  <a:pt x="17083" y="1289"/>
                  <a:pt x="16228" y="901"/>
                </a:cubicBezTo>
                <a:cubicBezTo>
                  <a:pt x="14839" y="411"/>
                  <a:pt x="15077" y="185"/>
                  <a:pt x="13038" y="3"/>
                </a:cubicBezTo>
                <a:close/>
              </a:path>
            </a:pathLst>
          </a:custGeom>
          <a:solidFill>
            <a:srgbClr val="9CB199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8" y="6565900"/>
            <a:ext cx="5430837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7" y="6039643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微軟正黑體" pitchFamily="34" charset="-120"/>
            </a:endParaRPr>
          </a:p>
        </p:txBody>
      </p:sp>
      <p:sp>
        <p:nvSpPr>
          <p:cNvPr id="8" name="矩形 9"/>
          <p:cNvSpPr>
            <a:spLocks noChangeArrowheads="1"/>
          </p:cNvSpPr>
          <p:nvPr userDrawn="1"/>
        </p:nvSpPr>
        <p:spPr bwMode="auto">
          <a:xfrm>
            <a:off x="277813" y="6581775"/>
            <a:ext cx="10541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TW" sz="1000" dirty="0"/>
              <a:t>Q4, 2022</a:t>
            </a:r>
            <a:endParaRPr lang="zh-TW" altLang="en-US" sz="1000" dirty="0"/>
          </a:p>
        </p:txBody>
      </p:sp>
      <p:sp>
        <p:nvSpPr>
          <p:cNvPr id="9" name="投影片編號版面配置區 14"/>
          <p:cNvSpPr txBox="1">
            <a:spLocks/>
          </p:cNvSpPr>
          <p:nvPr userDrawn="1"/>
        </p:nvSpPr>
        <p:spPr bwMode="auto">
          <a:xfrm>
            <a:off x="11356975" y="6529388"/>
            <a:ext cx="574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5E72901C-892E-42A3-8AF5-654E28CE450A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 algn="ctr" eaLnBrk="1" hangingPunct="1"/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38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 userDrawn="1"/>
        </p:nvSpPr>
        <p:spPr>
          <a:xfrm rot="20454787">
            <a:off x="9012521" y="4405860"/>
            <a:ext cx="1596508" cy="1596508"/>
          </a:xfrm>
          <a:prstGeom prst="rect">
            <a:avLst/>
          </a:prstGeom>
          <a:blipFill dpi="0" rotWithShape="1">
            <a:blip r:embed="rId5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Texturizer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4418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A9A95-E389-4F50-9A0A-0466EC08D76F}" type="datetime1">
              <a:rPr lang="zh-TW" altLang="en-US"/>
              <a:pPr>
                <a:defRPr/>
              </a:pPr>
              <a:t>2026/3/10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2D588-54B7-4128-AD11-71839E99F97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6306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639764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494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193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BFA16C-ED27-4AB1-A53C-E4D723CB959F}"/>
              </a:ext>
            </a:extLst>
          </p:cNvPr>
          <p:cNvSpPr/>
          <p:nvPr userDrawn="1"/>
        </p:nvSpPr>
        <p:spPr>
          <a:xfrm>
            <a:off x="1544417" y="1816072"/>
            <a:ext cx="2627534" cy="196215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5E398E-FBCE-4C5B-AE19-0FDBF6648319}"/>
              </a:ext>
            </a:extLst>
          </p:cNvPr>
          <p:cNvSpPr/>
          <p:nvPr userDrawn="1"/>
        </p:nvSpPr>
        <p:spPr>
          <a:xfrm>
            <a:off x="5197607" y="1816072"/>
            <a:ext cx="2627534" cy="196215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3A606C-8532-46E8-BCA5-E5E0D20F8499}"/>
              </a:ext>
            </a:extLst>
          </p:cNvPr>
          <p:cNvSpPr/>
          <p:nvPr userDrawn="1"/>
        </p:nvSpPr>
        <p:spPr>
          <a:xfrm>
            <a:off x="8850797" y="1816072"/>
            <a:ext cx="2627534" cy="196215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588AF5B6-D66B-4576-9FA0-C781C6182CA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0912" y="1943644"/>
            <a:ext cx="1707010" cy="1707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222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84107EEB-05D0-4394-9A8D-FA13AF08F3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44102" y="1943644"/>
            <a:ext cx="1707010" cy="1707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222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0A64A60A-834D-49DE-A916-E504C9D281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97292" y="1943644"/>
            <a:ext cx="1707010" cy="1707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222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BA2362-ED5F-42B0-BBEF-1B4A56D97537}"/>
              </a:ext>
            </a:extLst>
          </p:cNvPr>
          <p:cNvSpPr/>
          <p:nvPr userDrawn="1"/>
        </p:nvSpPr>
        <p:spPr>
          <a:xfrm>
            <a:off x="1544417" y="4159030"/>
            <a:ext cx="2627534" cy="196215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126C76-85E9-4F73-9A98-CB209265F50B}"/>
              </a:ext>
            </a:extLst>
          </p:cNvPr>
          <p:cNvSpPr/>
          <p:nvPr userDrawn="1"/>
        </p:nvSpPr>
        <p:spPr>
          <a:xfrm>
            <a:off x="5197607" y="4159030"/>
            <a:ext cx="2627534" cy="1962150"/>
          </a:xfrm>
          <a:prstGeom prst="rect">
            <a:avLst/>
          </a:prstGeom>
          <a:noFill/>
          <a:ln w="38100">
            <a:solidFill>
              <a:schemeClr val="accent5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765391-DC08-4A03-9D6B-7397AC1E6ECC}"/>
              </a:ext>
            </a:extLst>
          </p:cNvPr>
          <p:cNvSpPr/>
          <p:nvPr userDrawn="1"/>
        </p:nvSpPr>
        <p:spPr>
          <a:xfrm>
            <a:off x="8850797" y="4159030"/>
            <a:ext cx="2627534" cy="1962150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그림 개체 틀 2">
            <a:extLst>
              <a:ext uri="{FF2B5EF4-FFF2-40B4-BE49-F238E27FC236}">
                <a16:creationId xmlns:a16="http://schemas.microsoft.com/office/drawing/2014/main" id="{EFFF9825-C82F-46DF-8385-F63779CCFA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0912" y="4286602"/>
            <a:ext cx="1707010" cy="1707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222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그림 개체 틀 2">
            <a:extLst>
              <a:ext uri="{FF2B5EF4-FFF2-40B4-BE49-F238E27FC236}">
                <a16:creationId xmlns:a16="http://schemas.microsoft.com/office/drawing/2014/main" id="{AD3E9639-E9A0-4CFC-8B82-DB426877DC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44102" y="4286602"/>
            <a:ext cx="1707010" cy="1707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222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69480295-3418-48B3-B5E7-005322480D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97292" y="4286602"/>
            <a:ext cx="1707010" cy="17070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222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3321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원형: 비어 있음 1">
            <a:extLst>
              <a:ext uri="{FF2B5EF4-FFF2-40B4-BE49-F238E27FC236}">
                <a16:creationId xmlns:a16="http://schemas.microsoft.com/office/drawing/2014/main" id="{D530A118-6DC3-4EC1-8C58-941F74115402}"/>
              </a:ext>
            </a:extLst>
          </p:cNvPr>
          <p:cNvSpPr/>
          <p:nvPr userDrawn="1"/>
        </p:nvSpPr>
        <p:spPr>
          <a:xfrm>
            <a:off x="6392164" y="1281975"/>
            <a:ext cx="4759542" cy="4759542"/>
          </a:xfrm>
          <a:prstGeom prst="donut">
            <a:avLst>
              <a:gd name="adj" fmla="val 93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" name="그림 개체 틀 19">
            <a:extLst>
              <a:ext uri="{FF2B5EF4-FFF2-40B4-BE49-F238E27FC236}">
                <a16:creationId xmlns:a16="http://schemas.microsoft.com/office/drawing/2014/main" id="{629156BC-AE00-4DF5-AD70-4AFA72FB56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30709" y="1366318"/>
            <a:ext cx="1822409" cy="2586876"/>
          </a:xfrm>
          <a:custGeom>
            <a:avLst/>
            <a:gdLst>
              <a:gd name="connsiteX0" fmla="*/ 863642 w 1822409"/>
              <a:gd name="connsiteY0" fmla="*/ 0 h 2586876"/>
              <a:gd name="connsiteX1" fmla="*/ 1706307 w 1822409"/>
              <a:gd name="connsiteY1" fmla="*/ 2577164 h 2586876"/>
              <a:gd name="connsiteX2" fmla="*/ 0 w 1822409"/>
              <a:gd name="connsiteY2" fmla="*/ 2586876 h 258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2409" h="2586876">
                <a:moveTo>
                  <a:pt x="863642" y="0"/>
                </a:moveTo>
                <a:cubicBezTo>
                  <a:pt x="1679882" y="581132"/>
                  <a:pt x="2021522" y="1626487"/>
                  <a:pt x="1706307" y="2577164"/>
                </a:cubicBezTo>
                <a:lnTo>
                  <a:pt x="0" y="25868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그림 개체 틀 12">
            <a:extLst>
              <a:ext uri="{FF2B5EF4-FFF2-40B4-BE49-F238E27FC236}">
                <a16:creationId xmlns:a16="http://schemas.microsoft.com/office/drawing/2014/main" id="{967C3BDC-2E93-445C-9F41-BE0C6AED9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18317" y="932349"/>
            <a:ext cx="2719605" cy="2144179"/>
          </a:xfrm>
          <a:custGeom>
            <a:avLst/>
            <a:gdLst>
              <a:gd name="connsiteX0" fmla="*/ 1401769 w 2719605"/>
              <a:gd name="connsiteY0" fmla="*/ 1 h 2144179"/>
              <a:gd name="connsiteX1" fmla="*/ 2719605 w 2719605"/>
              <a:gd name="connsiteY1" fmla="*/ 421978 h 2144179"/>
              <a:gd name="connsiteX2" fmla="*/ 2144640 w 2719605"/>
              <a:gd name="connsiteY2" fmla="*/ 2144179 h 2144179"/>
              <a:gd name="connsiteX3" fmla="*/ 2136701 w 2719605"/>
              <a:gd name="connsiteY3" fmla="*/ 2144179 h 2144179"/>
              <a:gd name="connsiteX4" fmla="*/ 0 w 2719605"/>
              <a:gd name="connsiteY4" fmla="*/ 480476 h 2144179"/>
              <a:gd name="connsiteX5" fmla="*/ 1401769 w 2719605"/>
              <a:gd name="connsiteY5" fmla="*/ 1 h 214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9605" h="2144179">
                <a:moveTo>
                  <a:pt x="1401769" y="1"/>
                </a:moveTo>
                <a:cubicBezTo>
                  <a:pt x="1863929" y="178"/>
                  <a:pt x="2326036" y="140289"/>
                  <a:pt x="2719605" y="421978"/>
                </a:cubicBezTo>
                <a:lnTo>
                  <a:pt x="2144640" y="2144179"/>
                </a:lnTo>
                <a:lnTo>
                  <a:pt x="2136701" y="2144179"/>
                </a:lnTo>
                <a:lnTo>
                  <a:pt x="0" y="480476"/>
                </a:lnTo>
                <a:cubicBezTo>
                  <a:pt x="412291" y="159962"/>
                  <a:pt x="907061" y="-188"/>
                  <a:pt x="1401769" y="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</a:t>
            </a:r>
            <a:endParaRPr lang="ko-KR" altLang="en-US" dirty="0"/>
          </a:p>
        </p:txBody>
      </p:sp>
      <p:sp>
        <p:nvSpPr>
          <p:cNvPr id="5" name="그림 개체 틀 23">
            <a:extLst>
              <a:ext uri="{FF2B5EF4-FFF2-40B4-BE49-F238E27FC236}">
                <a16:creationId xmlns:a16="http://schemas.microsoft.com/office/drawing/2014/main" id="{F1B8E0F6-4853-480F-91DF-0139A64ABE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2013" y="4022252"/>
            <a:ext cx="2626805" cy="1570156"/>
          </a:xfrm>
          <a:custGeom>
            <a:avLst/>
            <a:gdLst>
              <a:gd name="connsiteX0" fmla="*/ 462339 w 2626805"/>
              <a:gd name="connsiteY0" fmla="*/ 1569148 h 1570156"/>
              <a:gd name="connsiteX1" fmla="*/ 483227 w 2626805"/>
              <a:gd name="connsiteY1" fmla="*/ 1569612 h 1570156"/>
              <a:gd name="connsiteX2" fmla="*/ 471294 w 2626805"/>
              <a:gd name="connsiteY2" fmla="*/ 1570156 h 1570156"/>
              <a:gd name="connsiteX3" fmla="*/ 462562 w 2626805"/>
              <a:gd name="connsiteY3" fmla="*/ 1569858 h 1570156"/>
              <a:gd name="connsiteX4" fmla="*/ 2626805 w 2626805"/>
              <a:gd name="connsiteY4" fmla="*/ 0 h 1570156"/>
              <a:gd name="connsiteX5" fmla="*/ 495284 w 2626805"/>
              <a:gd name="connsiteY5" fmla="*/ 1569062 h 1570156"/>
              <a:gd name="connsiteX6" fmla="*/ 0 w 2626805"/>
              <a:gd name="connsiteY6" fmla="*/ 14951 h 157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26805" h="1570156">
                <a:moveTo>
                  <a:pt x="462339" y="1569148"/>
                </a:moveTo>
                <a:lnTo>
                  <a:pt x="483227" y="1569612"/>
                </a:lnTo>
                <a:cubicBezTo>
                  <a:pt x="479254" y="1570099"/>
                  <a:pt x="475275" y="1570133"/>
                  <a:pt x="471294" y="1570156"/>
                </a:cubicBezTo>
                <a:lnTo>
                  <a:pt x="462562" y="1569858"/>
                </a:lnTo>
                <a:close/>
                <a:moveTo>
                  <a:pt x="2626805" y="0"/>
                </a:moveTo>
                <a:cubicBezTo>
                  <a:pt x="2323053" y="924730"/>
                  <a:pt x="1466758" y="1554229"/>
                  <a:pt x="495284" y="1569062"/>
                </a:cubicBezTo>
                <a:lnTo>
                  <a:pt x="0" y="149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그림 개체 틀 25">
            <a:extLst>
              <a:ext uri="{FF2B5EF4-FFF2-40B4-BE49-F238E27FC236}">
                <a16:creationId xmlns:a16="http://schemas.microsoft.com/office/drawing/2014/main" id="{29707181-8848-4307-8D78-37ACBA08EF4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2163" y="3145586"/>
            <a:ext cx="2195336" cy="2446823"/>
          </a:xfrm>
          <a:custGeom>
            <a:avLst/>
            <a:gdLst>
              <a:gd name="connsiteX0" fmla="*/ 1374390 w 2195336"/>
              <a:gd name="connsiteY0" fmla="*/ 0 h 2446823"/>
              <a:gd name="connsiteX1" fmla="*/ 2151590 w 2195336"/>
              <a:gd name="connsiteY1" fmla="*/ 2438716 h 2446823"/>
              <a:gd name="connsiteX2" fmla="*/ 2195126 w 2195336"/>
              <a:gd name="connsiteY2" fmla="*/ 2439683 h 2446823"/>
              <a:gd name="connsiteX3" fmla="*/ 2195336 w 2195336"/>
              <a:gd name="connsiteY3" fmla="*/ 2440337 h 2446823"/>
              <a:gd name="connsiteX4" fmla="*/ 2192990 w 2195336"/>
              <a:gd name="connsiteY4" fmla="*/ 2440444 h 2446823"/>
              <a:gd name="connsiteX5" fmla="*/ 2151693 w 2195336"/>
              <a:gd name="connsiteY5" fmla="*/ 2439035 h 2446823"/>
              <a:gd name="connsiteX6" fmla="*/ 2154077 w 2195336"/>
              <a:gd name="connsiteY6" fmla="*/ 2446517 h 2446823"/>
              <a:gd name="connsiteX7" fmla="*/ 0 w 2195336"/>
              <a:gd name="connsiteY7" fmla="*/ 1016322 h 244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5336" h="2446823">
                <a:moveTo>
                  <a:pt x="1374390" y="0"/>
                </a:moveTo>
                <a:lnTo>
                  <a:pt x="2151590" y="2438716"/>
                </a:lnTo>
                <a:lnTo>
                  <a:pt x="2195126" y="2439683"/>
                </a:lnTo>
                <a:lnTo>
                  <a:pt x="2195336" y="2440337"/>
                </a:lnTo>
                <a:lnTo>
                  <a:pt x="2192990" y="2440444"/>
                </a:lnTo>
                <a:lnTo>
                  <a:pt x="2151693" y="2439035"/>
                </a:lnTo>
                <a:lnTo>
                  <a:pt x="2154077" y="2446517"/>
                </a:lnTo>
                <a:cubicBezTo>
                  <a:pt x="1203619" y="2462028"/>
                  <a:pt x="349619" y="1887845"/>
                  <a:pt x="0" y="101632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9661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1220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562A9C8-7074-4460-947E-D5C634D2135F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46094" y="1"/>
            <a:ext cx="3901012" cy="16498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FA1950-8BA5-4D70-80C0-41C71A0E6E61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6094" y="5208103"/>
            <a:ext cx="3901012" cy="16498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362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1937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3">
            <a:extLst>
              <a:ext uri="{FF2B5EF4-FFF2-40B4-BE49-F238E27FC236}">
                <a16:creationId xmlns:a16="http://schemas.microsoft.com/office/drawing/2014/main" id="{466C39BD-B262-49DB-908A-D28E20C7B7D6}"/>
              </a:ext>
            </a:extLst>
          </p:cNvPr>
          <p:cNvSpPr/>
          <p:nvPr userDrawn="1"/>
        </p:nvSpPr>
        <p:spPr>
          <a:xfrm>
            <a:off x="9739306" y="5780910"/>
            <a:ext cx="4218052" cy="42727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CBC3723E-1690-45F4-86C0-DF71683D1866}"/>
              </a:ext>
            </a:extLst>
          </p:cNvPr>
          <p:cNvGrpSpPr/>
          <p:nvPr userDrawn="1"/>
        </p:nvGrpSpPr>
        <p:grpSpPr>
          <a:xfrm>
            <a:off x="9150364" y="1155759"/>
            <a:ext cx="3041636" cy="4780454"/>
            <a:chOff x="9508727" y="2147107"/>
            <a:chExt cx="2683273" cy="4217224"/>
          </a:xfrm>
        </p:grpSpPr>
        <p:sp>
          <p:nvSpPr>
            <p:cNvPr id="4" name="Freeform: Shape 6">
              <a:extLst>
                <a:ext uri="{FF2B5EF4-FFF2-40B4-BE49-F238E27FC236}">
                  <a16:creationId xmlns:a16="http://schemas.microsoft.com/office/drawing/2014/main" id="{6A183720-8B81-4433-9366-15FC290B15DC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" name="Freeform: Shape 7">
              <a:extLst>
                <a:ext uri="{FF2B5EF4-FFF2-40B4-BE49-F238E27FC236}">
                  <a16:creationId xmlns:a16="http://schemas.microsoft.com/office/drawing/2014/main" id="{CE05AE47-C592-49A3-8B2D-A65D6C08CEA3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7E4E9A36-2481-45CE-9EB4-34B3FE261006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6CDC90AF-FD32-4EBF-A6A2-841FA9D4BA76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EEA49A5F-A16C-48B4-9694-87DE27F723F7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5A8EB63A-A763-4D11-96B5-F91A19685B65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7C0D2A08-67B2-403E-8651-7F42AC262F60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92F7E3F-71F2-4031-9420-116E355BBB52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268081" y="1292594"/>
            <a:ext cx="2923920" cy="337899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0377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5976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0AB7A6DC-B505-4DE2-8B34-F46C78467F9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0" y="0"/>
            <a:ext cx="4689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87681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6652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380EAF71-FD4F-4948-B1F9-6FC16AE6C6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31933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2511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399B645-B5A3-484D-B83F-CEFA9F565957}"/>
              </a:ext>
            </a:extLst>
          </p:cNvPr>
          <p:cNvGrpSpPr/>
          <p:nvPr/>
        </p:nvGrpSpPr>
        <p:grpSpPr>
          <a:xfrm>
            <a:off x="6419914" y="1745766"/>
            <a:ext cx="1575412" cy="2721167"/>
            <a:chOff x="4863456" y="1894632"/>
            <a:chExt cx="1417556" cy="2448506"/>
          </a:xfrm>
        </p:grpSpPr>
        <p:sp>
          <p:nvSpPr>
            <p:cNvPr id="18" name="Rounded Rectangle 21">
              <a:extLst>
                <a:ext uri="{FF2B5EF4-FFF2-40B4-BE49-F238E27FC236}">
                  <a16:creationId xmlns:a16="http://schemas.microsoft.com/office/drawing/2014/main" id="{ADF119D9-EF81-4BD6-851A-C6FD2F65004F}"/>
                </a:ext>
              </a:extLst>
            </p:cNvPr>
            <p:cNvSpPr/>
            <p:nvPr userDrawn="1"/>
          </p:nvSpPr>
          <p:spPr>
            <a:xfrm>
              <a:off x="4863456" y="1894632"/>
              <a:ext cx="1417556" cy="244850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DD90D9B-92A7-4DF4-A6E7-0A63E1B13D0A}"/>
                </a:ext>
              </a:extLst>
            </p:cNvPr>
            <p:cNvSpPr/>
            <p:nvPr userDrawn="1"/>
          </p:nvSpPr>
          <p:spPr>
            <a:xfrm>
              <a:off x="5479028" y="2000031"/>
              <a:ext cx="186408" cy="36001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03DDDAC-361E-4A35-B70F-3174147FA15F}"/>
                </a:ext>
              </a:extLst>
            </p:cNvPr>
            <p:cNvGrpSpPr/>
            <p:nvPr userDrawn="1"/>
          </p:nvGrpSpPr>
          <p:grpSpPr>
            <a:xfrm>
              <a:off x="5503568" y="4128564"/>
              <a:ext cx="137331" cy="151064"/>
              <a:chOff x="2453209" y="5151638"/>
              <a:chExt cx="191820" cy="211002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99F3A22-6347-41EF-9211-F5BB84441976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3" name="Rounded Rectangle 35">
                <a:extLst>
                  <a:ext uri="{FF2B5EF4-FFF2-40B4-BE49-F238E27FC236}">
                    <a16:creationId xmlns:a16="http://schemas.microsoft.com/office/drawing/2014/main" id="{20F6EF04-C2C6-466A-B17C-D0C62AD75177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D49FC3B-F320-4846-9FCF-36544DAB07BA}"/>
                </a:ext>
              </a:extLst>
            </p:cNvPr>
            <p:cNvSpPr/>
            <p:nvPr/>
          </p:nvSpPr>
          <p:spPr>
            <a:xfrm>
              <a:off x="5361788" y="2104137"/>
              <a:ext cx="839496" cy="196777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C289B4B-DD16-40DB-AB13-6A7A6D147307}"/>
              </a:ext>
            </a:extLst>
          </p:cNvPr>
          <p:cNvGrpSpPr/>
          <p:nvPr/>
        </p:nvGrpSpPr>
        <p:grpSpPr>
          <a:xfrm>
            <a:off x="4196676" y="1745766"/>
            <a:ext cx="1575412" cy="2721167"/>
            <a:chOff x="2862987" y="1894632"/>
            <a:chExt cx="1417556" cy="2448506"/>
          </a:xfrm>
        </p:grpSpPr>
        <p:sp>
          <p:nvSpPr>
            <p:cNvPr id="12" name="Rounded Rectangle 24">
              <a:extLst>
                <a:ext uri="{FF2B5EF4-FFF2-40B4-BE49-F238E27FC236}">
                  <a16:creationId xmlns:a16="http://schemas.microsoft.com/office/drawing/2014/main" id="{97A0A018-A78E-4B64-AE6E-7321E95CC91F}"/>
                </a:ext>
              </a:extLst>
            </p:cNvPr>
            <p:cNvSpPr/>
            <p:nvPr userDrawn="1"/>
          </p:nvSpPr>
          <p:spPr>
            <a:xfrm>
              <a:off x="2862987" y="1894632"/>
              <a:ext cx="1417556" cy="244850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BE1A99F-4E37-468D-95EA-0C344DFCA8AA}"/>
                </a:ext>
              </a:extLst>
            </p:cNvPr>
            <p:cNvSpPr/>
            <p:nvPr userDrawn="1"/>
          </p:nvSpPr>
          <p:spPr>
            <a:xfrm>
              <a:off x="3478559" y="2015923"/>
              <a:ext cx="186408" cy="36001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EA32FC-25C8-49F5-8B6E-221743734874}"/>
                </a:ext>
              </a:extLst>
            </p:cNvPr>
            <p:cNvGrpSpPr/>
            <p:nvPr userDrawn="1"/>
          </p:nvGrpSpPr>
          <p:grpSpPr>
            <a:xfrm>
              <a:off x="3503099" y="4128565"/>
              <a:ext cx="137331" cy="151064"/>
              <a:chOff x="2453209" y="5151638"/>
              <a:chExt cx="191820" cy="211002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4C2B34F-7A2F-4371-AB6E-058A0A60FD43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7" name="Rounded Rectangle 33">
                <a:extLst>
                  <a:ext uri="{FF2B5EF4-FFF2-40B4-BE49-F238E27FC236}">
                    <a16:creationId xmlns:a16="http://schemas.microsoft.com/office/drawing/2014/main" id="{AAD4E90B-E81E-4F73-8800-4B2C0379BF64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580D13-F14C-4F43-9E5E-9B3C28917E1E}"/>
                </a:ext>
              </a:extLst>
            </p:cNvPr>
            <p:cNvSpPr/>
            <p:nvPr/>
          </p:nvSpPr>
          <p:spPr>
            <a:xfrm>
              <a:off x="2958987" y="2104137"/>
              <a:ext cx="839496" cy="196777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AD95153-1265-47CD-8D66-A6A30E29AE74}"/>
              </a:ext>
            </a:extLst>
          </p:cNvPr>
          <p:cNvGrpSpPr/>
          <p:nvPr/>
        </p:nvGrpSpPr>
        <p:grpSpPr>
          <a:xfrm>
            <a:off x="5226473" y="1564259"/>
            <a:ext cx="1732762" cy="2992952"/>
            <a:chOff x="3789598" y="1731312"/>
            <a:chExt cx="1559139" cy="2693058"/>
          </a:xfrm>
        </p:grpSpPr>
        <p:sp>
          <p:nvSpPr>
            <p:cNvPr id="6" name="Rounded Rectangle 27">
              <a:extLst>
                <a:ext uri="{FF2B5EF4-FFF2-40B4-BE49-F238E27FC236}">
                  <a16:creationId xmlns:a16="http://schemas.microsoft.com/office/drawing/2014/main" id="{3DC2C918-D30B-4302-81DE-0475245BB7FF}"/>
                </a:ext>
              </a:extLst>
            </p:cNvPr>
            <p:cNvSpPr/>
            <p:nvPr userDrawn="1"/>
          </p:nvSpPr>
          <p:spPr>
            <a:xfrm>
              <a:off x="3789598" y="1731312"/>
              <a:ext cx="1559139" cy="2693058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53D849-9555-45DF-98E3-BCDC75E63018}"/>
                </a:ext>
              </a:extLst>
            </p:cNvPr>
            <p:cNvSpPr/>
            <p:nvPr userDrawn="1"/>
          </p:nvSpPr>
          <p:spPr>
            <a:xfrm>
              <a:off x="4475963" y="1858631"/>
              <a:ext cx="186408" cy="36001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A2FDBC-F7A4-4C0A-A8B6-1A3B2C51C195}"/>
                </a:ext>
              </a:extLst>
            </p:cNvPr>
            <p:cNvGrpSpPr/>
            <p:nvPr userDrawn="1"/>
          </p:nvGrpSpPr>
          <p:grpSpPr>
            <a:xfrm>
              <a:off x="4493644" y="4176986"/>
              <a:ext cx="151047" cy="166152"/>
              <a:chOff x="2453209" y="5151638"/>
              <a:chExt cx="191820" cy="21100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A33B923-B6E0-4547-9D5A-77BBCA58F899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" name="Rounded Rectangle 31">
                <a:extLst>
                  <a:ext uri="{FF2B5EF4-FFF2-40B4-BE49-F238E27FC236}">
                    <a16:creationId xmlns:a16="http://schemas.microsoft.com/office/drawing/2014/main" id="{13F5C831-A523-4F9A-998D-C1CC36775F2F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0B260C-F2CE-405C-9926-F56C94D4D2F4}"/>
                </a:ext>
              </a:extLst>
            </p:cNvPr>
            <p:cNvSpPr/>
            <p:nvPr/>
          </p:nvSpPr>
          <p:spPr>
            <a:xfrm>
              <a:off x="3888524" y="1953447"/>
              <a:ext cx="1370057" cy="21625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758DD7FB-E8FD-4619-B42E-06EF98890456}"/>
              </a:ext>
            </a:extLst>
          </p:cNvPr>
          <p:cNvSpPr>
            <a:spLocks noGrp="1"/>
          </p:cNvSpPr>
          <p:nvPr userDrawn="1">
            <p:ph type="pic" idx="11" hasCustomPrompt="1"/>
          </p:nvPr>
        </p:nvSpPr>
        <p:spPr>
          <a:xfrm>
            <a:off x="5328994" y="1811131"/>
            <a:ext cx="1530045" cy="240335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F9E5237-B850-47AE-8A06-0AEE1CCCC1FB}"/>
              </a:ext>
            </a:extLst>
          </p:cNvPr>
          <p:cNvSpPr>
            <a:spLocks noGrp="1"/>
          </p:cNvSpPr>
          <p:nvPr userDrawn="1">
            <p:ph type="pic" idx="12" hasCustomPrompt="1"/>
          </p:nvPr>
        </p:nvSpPr>
        <p:spPr>
          <a:xfrm>
            <a:off x="4289755" y="1971247"/>
            <a:ext cx="932980" cy="21942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5A4120BA-C0D5-45B8-A240-02FC8A02B745}"/>
              </a:ext>
            </a:extLst>
          </p:cNvPr>
          <p:cNvSpPr>
            <a:spLocks noGrp="1"/>
          </p:cNvSpPr>
          <p:nvPr userDrawn="1">
            <p:ph type="pic" idx="13" hasCustomPrompt="1"/>
          </p:nvPr>
        </p:nvSpPr>
        <p:spPr>
          <a:xfrm>
            <a:off x="6974022" y="1971247"/>
            <a:ext cx="932980" cy="21942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BA8C3B9D-DA54-4C4D-8199-10B49202013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7564130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2259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8528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5167154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2733635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9764936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559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5309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B0575BC2-9298-4F7F-9406-A1B5F6E4F12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80849" y="1507989"/>
            <a:ext cx="1901964" cy="1598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C48EBFBC-65FA-4447-805D-A64F1CD2123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80849" y="4209485"/>
            <a:ext cx="1901964" cy="1598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896D91B0-087B-40C1-A5AE-DFF524F2AEF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336264" y="1507989"/>
            <a:ext cx="1901964" cy="1598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A3E1ED18-B181-49D2-989F-7507C27870A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336264" y="4209485"/>
            <a:ext cx="1901964" cy="1598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22605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854BEA9-E6ED-4706-9550-8EE96CA0693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504010" cy="6858000"/>
          </a:xfrm>
          <a:custGeom>
            <a:avLst/>
            <a:gdLst>
              <a:gd name="connsiteX0" fmla="*/ 2612170 w 6504010"/>
              <a:gd name="connsiteY0" fmla="*/ 0 h 6858000"/>
              <a:gd name="connsiteX1" fmla="*/ 4486354 w 6504010"/>
              <a:gd name="connsiteY1" fmla="*/ 0 h 6858000"/>
              <a:gd name="connsiteX2" fmla="*/ 6504010 w 6504010"/>
              <a:gd name="connsiteY2" fmla="*/ 4666806 h 6858000"/>
              <a:gd name="connsiteX3" fmla="*/ 1435812 w 6504010"/>
              <a:gd name="connsiteY3" fmla="*/ 6858000 h 6858000"/>
              <a:gd name="connsiteX4" fmla="*/ 1101944 w 6504010"/>
              <a:gd name="connsiteY4" fmla="*/ 6858000 h 6858000"/>
              <a:gd name="connsiteX5" fmla="*/ 0 w 6504010"/>
              <a:gd name="connsiteY5" fmla="*/ 4309223 h 6858000"/>
              <a:gd name="connsiteX6" fmla="*/ 0 w 6504010"/>
              <a:gd name="connsiteY6" fmla="*/ 11293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010" h="6858000">
                <a:moveTo>
                  <a:pt x="2612170" y="0"/>
                </a:moveTo>
                <a:lnTo>
                  <a:pt x="4486354" y="0"/>
                </a:lnTo>
                <a:lnTo>
                  <a:pt x="6504010" y="4666806"/>
                </a:lnTo>
                <a:lnTo>
                  <a:pt x="1435812" y="6858000"/>
                </a:lnTo>
                <a:lnTo>
                  <a:pt x="1101944" y="6858000"/>
                </a:lnTo>
                <a:lnTo>
                  <a:pt x="0" y="4309223"/>
                </a:lnTo>
                <a:lnTo>
                  <a:pt x="0" y="11293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70100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7720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985091D-ACFA-4C08-A5D1-ACA6C4FE7455}"/>
              </a:ext>
            </a:extLst>
          </p:cNvPr>
          <p:cNvGrpSpPr/>
          <p:nvPr userDrawn="1"/>
        </p:nvGrpSpPr>
        <p:grpSpPr>
          <a:xfrm>
            <a:off x="3551840" y="1896887"/>
            <a:ext cx="5088321" cy="3064225"/>
            <a:chOff x="4098364" y="1571764"/>
            <a:chExt cx="7301609" cy="4397082"/>
          </a:xfrm>
        </p:grpSpPr>
        <p:grpSp>
          <p:nvGrpSpPr>
            <p:cNvPr id="3" name="Graphic 55">
              <a:extLst>
                <a:ext uri="{FF2B5EF4-FFF2-40B4-BE49-F238E27FC236}">
                  <a16:creationId xmlns:a16="http://schemas.microsoft.com/office/drawing/2014/main" id="{5B4F9B12-AB82-4546-836D-41FABF49D6C8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F85DDB4-6141-4012-BC84-42E6BDBF82BC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16F7276-B4F9-4530-84C0-EF2C9ECDAB94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2DB1A5C-F1A0-4BC0-BE67-EEFAA4592C71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B75C36A-CF22-4E6C-BDFB-93D9052AAFD2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80AAB66-0012-4C2C-A739-8DBBA187677B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9DD086C-BB44-40D0-9D21-4E48E4FE51EB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4B5080E-0940-4BD2-A8A1-FC6B3D63491E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8D06E4-E30F-4F89-A71E-0D93FD43ED66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5A1A526-A9A8-4250-B3A5-55501FF8A09F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849B7F5-6D4D-4245-9964-122EC3292C54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CCB8880-AC57-41A5-8D7B-4F0C1B7A0327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88F7497-11E7-4ADF-A4F7-5442709DDE01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FC7C9E8-D0AF-43F6-B223-BCAEF198AF79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5E68076-4BEA-4CF0-82B6-4AF32885A23C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19CC36D-CB26-4F0E-8F5F-B7E44C131834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F2D2E83-F004-46E0-988E-4772C73F53E6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770BB6D-A8C1-41B5-8708-734B7E246841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7D3DA74-87F9-4FAB-B45E-A16503005903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E78151E-6BD0-43E9-9FEE-08F3670C2F8E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F06F2B-9620-4AF3-AFAC-B8B83BBD82E7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A930FDE-2B80-4BC0-A8F5-DF85DED51DD3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157262C-D553-4EFF-A91A-BBB26C9832C0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A630EB0-4819-45AF-AD0E-9137A712E262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1960A1D-6A23-45F6-8604-E8CBAAC1843F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D331414-3A85-474B-9943-21587951F09F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E5F0C5-E04C-4834-AAA6-BBB8519F8E83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5C8A17BE-A8CC-4508-9908-ED68A32F92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47F80219-E68E-46DB-9F6C-BB5A30DBDD6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270958" y="2077147"/>
            <a:ext cx="3593918" cy="22282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9622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8954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0CE298C-8C39-43F3-ABF0-535B6187794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00333" y="0"/>
            <a:ext cx="6206149" cy="6858000"/>
          </a:xfrm>
          <a:custGeom>
            <a:avLst/>
            <a:gdLst>
              <a:gd name="connsiteX0" fmla="*/ 1106784 w 6206149"/>
              <a:gd name="connsiteY0" fmla="*/ 3429000 h 6858000"/>
              <a:gd name="connsiteX1" fmla="*/ 2032403 w 6206149"/>
              <a:gd name="connsiteY1" fmla="*/ 3429000 h 6858000"/>
              <a:gd name="connsiteX2" fmla="*/ 4031053 w 6206149"/>
              <a:gd name="connsiteY2" fmla="*/ 6858000 h 6858000"/>
              <a:gd name="connsiteX3" fmla="*/ 3105434 w 6206149"/>
              <a:gd name="connsiteY3" fmla="*/ 6858000 h 6858000"/>
              <a:gd name="connsiteX4" fmla="*/ 0 w 6206149"/>
              <a:gd name="connsiteY4" fmla="*/ 3429000 h 6858000"/>
              <a:gd name="connsiteX5" fmla="*/ 925619 w 6206149"/>
              <a:gd name="connsiteY5" fmla="*/ 3429000 h 6858000"/>
              <a:gd name="connsiteX6" fmla="*/ 2924269 w 6206149"/>
              <a:gd name="connsiteY6" fmla="*/ 6858000 h 6858000"/>
              <a:gd name="connsiteX7" fmla="*/ 1998650 w 6206149"/>
              <a:gd name="connsiteY7" fmla="*/ 6858000 h 6858000"/>
              <a:gd name="connsiteX8" fmla="*/ 2521390 w 6206149"/>
              <a:gd name="connsiteY8" fmla="*/ 0 h 6858000"/>
              <a:gd name="connsiteX9" fmla="*/ 4197509 w 6206149"/>
              <a:gd name="connsiteY9" fmla="*/ 0 h 6858000"/>
              <a:gd name="connsiteX10" fmla="*/ 6206149 w 6206149"/>
              <a:gd name="connsiteY10" fmla="*/ 3429000 h 6858000"/>
              <a:gd name="connsiteX11" fmla="*/ 4530030 w 6206149"/>
              <a:gd name="connsiteY11" fmla="*/ 3429000 h 6858000"/>
              <a:gd name="connsiteX12" fmla="*/ 1348966 w 6206149"/>
              <a:gd name="connsiteY12" fmla="*/ 0 h 6858000"/>
              <a:gd name="connsiteX13" fmla="*/ 2274585 w 6206149"/>
              <a:gd name="connsiteY13" fmla="*/ 0 h 6858000"/>
              <a:gd name="connsiteX14" fmla="*/ 4273235 w 6206149"/>
              <a:gd name="connsiteY14" fmla="*/ 3429000 h 6858000"/>
              <a:gd name="connsiteX15" fmla="*/ 3347616 w 6206149"/>
              <a:gd name="connsiteY15" fmla="*/ 3429000 h 6858000"/>
              <a:gd name="connsiteX16" fmla="*/ 212755 w 6206149"/>
              <a:gd name="connsiteY16" fmla="*/ 0 h 6858000"/>
              <a:gd name="connsiteX17" fmla="*/ 1130307 w 6206149"/>
              <a:gd name="connsiteY17" fmla="*/ 0 h 6858000"/>
              <a:gd name="connsiteX18" fmla="*/ 5146893 w 6206149"/>
              <a:gd name="connsiteY18" fmla="*/ 6858000 h 6858000"/>
              <a:gd name="connsiteX19" fmla="*/ 4229341 w 620614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206149" h="6858000">
                <a:moveTo>
                  <a:pt x="1106784" y="3429000"/>
                </a:moveTo>
                <a:lnTo>
                  <a:pt x="2032403" y="3429000"/>
                </a:lnTo>
                <a:lnTo>
                  <a:pt x="4031053" y="6858000"/>
                </a:lnTo>
                <a:lnTo>
                  <a:pt x="3105434" y="6858000"/>
                </a:lnTo>
                <a:close/>
                <a:moveTo>
                  <a:pt x="0" y="3429000"/>
                </a:moveTo>
                <a:lnTo>
                  <a:pt x="925619" y="3429000"/>
                </a:lnTo>
                <a:lnTo>
                  <a:pt x="2924269" y="6858000"/>
                </a:lnTo>
                <a:lnTo>
                  <a:pt x="1998650" y="6858000"/>
                </a:lnTo>
                <a:close/>
                <a:moveTo>
                  <a:pt x="2521390" y="0"/>
                </a:moveTo>
                <a:lnTo>
                  <a:pt x="4197509" y="0"/>
                </a:lnTo>
                <a:lnTo>
                  <a:pt x="6206149" y="3429000"/>
                </a:lnTo>
                <a:lnTo>
                  <a:pt x="4530030" y="3429000"/>
                </a:lnTo>
                <a:close/>
                <a:moveTo>
                  <a:pt x="1348966" y="0"/>
                </a:moveTo>
                <a:lnTo>
                  <a:pt x="2274585" y="0"/>
                </a:lnTo>
                <a:lnTo>
                  <a:pt x="4273235" y="3429000"/>
                </a:lnTo>
                <a:lnTo>
                  <a:pt x="3347616" y="3429000"/>
                </a:lnTo>
                <a:close/>
                <a:moveTo>
                  <a:pt x="212755" y="0"/>
                </a:moveTo>
                <a:lnTo>
                  <a:pt x="1130307" y="0"/>
                </a:lnTo>
                <a:lnTo>
                  <a:pt x="5146893" y="6858000"/>
                </a:lnTo>
                <a:lnTo>
                  <a:pt x="4229341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1561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7515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88CA0FF-4579-44B1-B751-700208308A0E}"/>
              </a:ext>
            </a:extLst>
          </p:cNvPr>
          <p:cNvGrpSpPr/>
          <p:nvPr userDrawn="1"/>
        </p:nvGrpSpPr>
        <p:grpSpPr>
          <a:xfrm>
            <a:off x="880422" y="748803"/>
            <a:ext cx="3973683" cy="5360394"/>
            <a:chOff x="5745956" y="3501865"/>
            <a:chExt cx="2146216" cy="289518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814FD80-61F1-46DE-8360-F8164D079B4A}"/>
                </a:ext>
              </a:extLst>
            </p:cNvPr>
            <p:cNvSpPr/>
            <p:nvPr/>
          </p:nvSpPr>
          <p:spPr>
            <a:xfrm>
              <a:off x="7498806" y="3501865"/>
              <a:ext cx="157347" cy="62939"/>
            </a:xfrm>
            <a:custGeom>
              <a:avLst/>
              <a:gdLst>
                <a:gd name="connsiteX0" fmla="*/ 45244 w 47625"/>
                <a:gd name="connsiteY0" fmla="*/ 13811 h 19050"/>
                <a:gd name="connsiteX1" fmla="*/ 45244 w 47625"/>
                <a:gd name="connsiteY1" fmla="*/ 13811 h 19050"/>
                <a:gd name="connsiteX2" fmla="*/ 38576 w 47625"/>
                <a:gd name="connsiteY2" fmla="*/ 20479 h 19050"/>
                <a:gd name="connsiteX3" fmla="*/ 13811 w 47625"/>
                <a:gd name="connsiteY3" fmla="*/ 20479 h 19050"/>
                <a:gd name="connsiteX4" fmla="*/ 7144 w 47625"/>
                <a:gd name="connsiteY4" fmla="*/ 13811 h 19050"/>
                <a:gd name="connsiteX5" fmla="*/ 7144 w 47625"/>
                <a:gd name="connsiteY5" fmla="*/ 13811 h 19050"/>
                <a:gd name="connsiteX6" fmla="*/ 13811 w 47625"/>
                <a:gd name="connsiteY6" fmla="*/ 7144 h 19050"/>
                <a:gd name="connsiteX7" fmla="*/ 38576 w 47625"/>
                <a:gd name="connsiteY7" fmla="*/ 7144 h 19050"/>
                <a:gd name="connsiteX8" fmla="*/ 45244 w 47625"/>
                <a:gd name="connsiteY8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19050">
                  <a:moveTo>
                    <a:pt x="45244" y="13811"/>
                  </a:moveTo>
                  <a:lnTo>
                    <a:pt x="45244" y="13811"/>
                  </a:lnTo>
                  <a:cubicBezTo>
                    <a:pt x="45244" y="17621"/>
                    <a:pt x="42386" y="20479"/>
                    <a:pt x="38576" y="20479"/>
                  </a:cubicBezTo>
                  <a:lnTo>
                    <a:pt x="13811" y="20479"/>
                  </a:lnTo>
                  <a:cubicBezTo>
                    <a:pt x="10001" y="20479"/>
                    <a:pt x="7144" y="17621"/>
                    <a:pt x="7144" y="13811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38576" y="7144"/>
                  </a:lnTo>
                  <a:cubicBezTo>
                    <a:pt x="42386" y="8096"/>
                    <a:pt x="45244" y="10954"/>
                    <a:pt x="45244" y="1381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3E075DE-1CC1-4F89-AC01-921FDA7AC23A}"/>
                </a:ext>
              </a:extLst>
            </p:cNvPr>
            <p:cNvSpPr/>
            <p:nvPr/>
          </p:nvSpPr>
          <p:spPr>
            <a:xfrm>
              <a:off x="7829233" y="3977052"/>
              <a:ext cx="62939" cy="157347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0967B1B-3DF7-49BA-9D89-AA06FAA7B614}"/>
                </a:ext>
              </a:extLst>
            </p:cNvPr>
            <p:cNvSpPr/>
            <p:nvPr/>
          </p:nvSpPr>
          <p:spPr>
            <a:xfrm>
              <a:off x="7829233" y="3838586"/>
              <a:ext cx="62939" cy="157347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7F3BEA-0FE3-47E4-9C5C-C55555F5FB42}"/>
                </a:ext>
              </a:extLst>
            </p:cNvPr>
            <p:cNvSpPr/>
            <p:nvPr/>
          </p:nvSpPr>
          <p:spPr>
            <a:xfrm>
              <a:off x="5745956" y="3523892"/>
              <a:ext cx="2139922" cy="2863720"/>
            </a:xfrm>
            <a:custGeom>
              <a:avLst/>
              <a:gdLst>
                <a:gd name="connsiteX0" fmla="*/ 611029 w 647700"/>
                <a:gd name="connsiteY0" fmla="*/ 7144 h 866775"/>
                <a:gd name="connsiteX1" fmla="*/ 40481 w 647700"/>
                <a:gd name="connsiteY1" fmla="*/ 7144 h 866775"/>
                <a:gd name="connsiteX2" fmla="*/ 7144 w 647700"/>
                <a:gd name="connsiteY2" fmla="*/ 41434 h 866775"/>
                <a:gd name="connsiteX3" fmla="*/ 7144 w 647700"/>
                <a:gd name="connsiteY3" fmla="*/ 831056 h 866775"/>
                <a:gd name="connsiteX4" fmla="*/ 40481 w 647700"/>
                <a:gd name="connsiteY4" fmla="*/ 865346 h 866775"/>
                <a:gd name="connsiteX5" fmla="*/ 611029 w 647700"/>
                <a:gd name="connsiteY5" fmla="*/ 865346 h 866775"/>
                <a:gd name="connsiteX6" fmla="*/ 644366 w 647700"/>
                <a:gd name="connsiteY6" fmla="*/ 831056 h 866775"/>
                <a:gd name="connsiteX7" fmla="*/ 644366 w 647700"/>
                <a:gd name="connsiteY7" fmla="*/ 41434 h 866775"/>
                <a:gd name="connsiteX8" fmla="*/ 611029 w 647700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7700" h="866775">
                  <a:moveTo>
                    <a:pt x="611029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31056"/>
                  </a:lnTo>
                  <a:cubicBezTo>
                    <a:pt x="7144" y="850106"/>
                    <a:pt x="22384" y="865346"/>
                    <a:pt x="40481" y="865346"/>
                  </a:cubicBezTo>
                  <a:lnTo>
                    <a:pt x="611029" y="865346"/>
                  </a:lnTo>
                  <a:cubicBezTo>
                    <a:pt x="629126" y="865346"/>
                    <a:pt x="644366" y="850106"/>
                    <a:pt x="644366" y="831056"/>
                  </a:cubicBezTo>
                  <a:lnTo>
                    <a:pt x="644366" y="41434"/>
                  </a:lnTo>
                  <a:cubicBezTo>
                    <a:pt x="644366" y="23336"/>
                    <a:pt x="629126" y="7144"/>
                    <a:pt x="611029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9A8D40D-24A2-454C-9249-13831F22C45E}"/>
                </a:ext>
              </a:extLst>
            </p:cNvPr>
            <p:cNvSpPr/>
            <p:nvPr/>
          </p:nvSpPr>
          <p:spPr>
            <a:xfrm>
              <a:off x="5755398" y="3533334"/>
              <a:ext cx="2108453" cy="2863720"/>
            </a:xfrm>
            <a:custGeom>
              <a:avLst/>
              <a:gdLst>
                <a:gd name="connsiteX0" fmla="*/ 605314 w 638175"/>
                <a:gd name="connsiteY0" fmla="*/ 7144 h 866775"/>
                <a:gd name="connsiteX1" fmla="*/ 40481 w 638175"/>
                <a:gd name="connsiteY1" fmla="*/ 7144 h 866775"/>
                <a:gd name="connsiteX2" fmla="*/ 7144 w 638175"/>
                <a:gd name="connsiteY2" fmla="*/ 41434 h 866775"/>
                <a:gd name="connsiteX3" fmla="*/ 7144 w 638175"/>
                <a:gd name="connsiteY3" fmla="*/ 826294 h 866775"/>
                <a:gd name="connsiteX4" fmla="*/ 40481 w 638175"/>
                <a:gd name="connsiteY4" fmla="*/ 860584 h 866775"/>
                <a:gd name="connsiteX5" fmla="*/ 604361 w 638175"/>
                <a:gd name="connsiteY5" fmla="*/ 860584 h 866775"/>
                <a:gd name="connsiteX6" fmla="*/ 637699 w 638175"/>
                <a:gd name="connsiteY6" fmla="*/ 826294 h 866775"/>
                <a:gd name="connsiteX7" fmla="*/ 637699 w 638175"/>
                <a:gd name="connsiteY7" fmla="*/ 41434 h 866775"/>
                <a:gd name="connsiteX8" fmla="*/ 605314 w 638175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8175" h="866775">
                  <a:moveTo>
                    <a:pt x="605314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26294"/>
                  </a:lnTo>
                  <a:cubicBezTo>
                    <a:pt x="7144" y="845344"/>
                    <a:pt x="22384" y="860584"/>
                    <a:pt x="40481" y="860584"/>
                  </a:cubicBezTo>
                  <a:lnTo>
                    <a:pt x="604361" y="860584"/>
                  </a:lnTo>
                  <a:cubicBezTo>
                    <a:pt x="622459" y="860584"/>
                    <a:pt x="637699" y="845344"/>
                    <a:pt x="637699" y="826294"/>
                  </a:cubicBezTo>
                  <a:lnTo>
                    <a:pt x="637699" y="41434"/>
                  </a:lnTo>
                  <a:cubicBezTo>
                    <a:pt x="637699" y="22384"/>
                    <a:pt x="623411" y="7144"/>
                    <a:pt x="605314" y="7144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861263B-5A0B-4392-A383-CEAF5461FA75}"/>
                </a:ext>
              </a:extLst>
            </p:cNvPr>
            <p:cNvSpPr/>
            <p:nvPr/>
          </p:nvSpPr>
          <p:spPr>
            <a:xfrm>
              <a:off x="5972536" y="3781941"/>
              <a:ext cx="1699350" cy="2360208"/>
            </a:xfrm>
            <a:custGeom>
              <a:avLst/>
              <a:gdLst>
                <a:gd name="connsiteX0" fmla="*/ 7144 w 514350"/>
                <a:gd name="connsiteY0" fmla="*/ 7144 h 714375"/>
                <a:gd name="connsiteX1" fmla="*/ 508159 w 514350"/>
                <a:gd name="connsiteY1" fmla="*/ 7144 h 714375"/>
                <a:gd name="connsiteX2" fmla="*/ 508159 w 514350"/>
                <a:gd name="connsiteY2" fmla="*/ 711041 h 714375"/>
                <a:gd name="connsiteX3" fmla="*/ 7144 w 514350"/>
                <a:gd name="connsiteY3" fmla="*/ 711041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4350" h="714375">
                  <a:moveTo>
                    <a:pt x="7144" y="7144"/>
                  </a:moveTo>
                  <a:lnTo>
                    <a:pt x="508159" y="7144"/>
                  </a:lnTo>
                  <a:lnTo>
                    <a:pt x="508159" y="711041"/>
                  </a:lnTo>
                  <a:lnTo>
                    <a:pt x="7144" y="7110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9EEB4B7-A5B0-4935-A23B-E4CD6E0BF670}"/>
                </a:ext>
              </a:extLst>
            </p:cNvPr>
            <p:cNvSpPr/>
            <p:nvPr/>
          </p:nvSpPr>
          <p:spPr>
            <a:xfrm>
              <a:off x="6537278" y="3804313"/>
              <a:ext cx="1119116" cy="2330356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4642945-4BBD-4ED5-8CF5-B2871001C59C}"/>
                </a:ext>
              </a:extLst>
            </p:cNvPr>
            <p:cNvGrpSpPr/>
            <p:nvPr/>
          </p:nvGrpSpPr>
          <p:grpSpPr>
            <a:xfrm>
              <a:off x="6756628" y="6231486"/>
              <a:ext cx="105992" cy="105992"/>
              <a:chOff x="6773482" y="6080658"/>
              <a:chExt cx="138361" cy="138361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7830399-E638-49BD-864A-EB9952A86D15}"/>
                  </a:ext>
                </a:extLst>
              </p:cNvPr>
              <p:cNvSpPr/>
              <p:nvPr/>
            </p:nvSpPr>
            <p:spPr>
              <a:xfrm>
                <a:off x="6773482" y="6080658"/>
                <a:ext cx="138361" cy="13836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AF7ECDA-B338-4904-8334-49503868C4BD}"/>
                  </a:ext>
                </a:extLst>
              </p:cNvPr>
              <p:cNvSpPr/>
              <p:nvPr/>
            </p:nvSpPr>
            <p:spPr>
              <a:xfrm>
                <a:off x="6804709" y="6111883"/>
                <a:ext cx="75909" cy="7590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C81DCB-DB21-4BAA-B204-B77D940CD00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157720" y="1110278"/>
            <a:ext cx="3407434" cy="45995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60473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813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CAE6CC-0777-410B-BE73-8A074C9199CF}"/>
              </a:ext>
            </a:extLst>
          </p:cNvPr>
          <p:cNvSpPr/>
          <p:nvPr userDrawn="1"/>
        </p:nvSpPr>
        <p:spPr>
          <a:xfrm>
            <a:off x="8096681" y="1"/>
            <a:ext cx="409532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27AB863B-2D74-4A53-A2E3-274C4C5FB816}"/>
              </a:ext>
            </a:extLst>
          </p:cNvPr>
          <p:cNvSpPr/>
          <p:nvPr userDrawn="1"/>
        </p:nvSpPr>
        <p:spPr>
          <a:xfrm rot="16200000">
            <a:off x="3327704" y="2089024"/>
            <a:ext cx="6858000" cy="2679952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76FB581-D82A-4A07-BEDE-D963D08A73CA}"/>
              </a:ext>
            </a:extLst>
          </p:cNvPr>
          <p:cNvGrpSpPr/>
          <p:nvPr userDrawn="1"/>
        </p:nvGrpSpPr>
        <p:grpSpPr>
          <a:xfrm>
            <a:off x="5617029" y="0"/>
            <a:ext cx="6574971" cy="6858001"/>
            <a:chOff x="5617029" y="0"/>
            <a:chExt cx="6574971" cy="685800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37C9B50-0D09-46C8-85D1-5A89A7E84EE9}"/>
                </a:ext>
              </a:extLst>
            </p:cNvPr>
            <p:cNvSpPr/>
            <p:nvPr userDrawn="1"/>
          </p:nvSpPr>
          <p:spPr>
            <a:xfrm>
              <a:off x="8297363" y="1"/>
              <a:ext cx="3894637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각 삼각형 4">
              <a:extLst>
                <a:ext uri="{FF2B5EF4-FFF2-40B4-BE49-F238E27FC236}">
                  <a16:creationId xmlns:a16="http://schemas.microsoft.com/office/drawing/2014/main" id="{0CD561B9-7D36-45DD-BD33-82B9A6F8DBD2}"/>
                </a:ext>
              </a:extLst>
            </p:cNvPr>
            <p:cNvSpPr/>
            <p:nvPr userDrawn="1"/>
          </p:nvSpPr>
          <p:spPr>
            <a:xfrm rot="16200000">
              <a:off x="3528005" y="2089024"/>
              <a:ext cx="6858000" cy="2679952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Parallelogram 3">
            <a:extLst>
              <a:ext uri="{FF2B5EF4-FFF2-40B4-BE49-F238E27FC236}">
                <a16:creationId xmlns:a16="http://schemas.microsoft.com/office/drawing/2014/main" id="{011EAF74-627A-4689-B0B7-AB245EAA78D8}"/>
              </a:ext>
            </a:extLst>
          </p:cNvPr>
          <p:cNvSpPr/>
          <p:nvPr userDrawn="1"/>
        </p:nvSpPr>
        <p:spPr>
          <a:xfrm>
            <a:off x="0" y="542955"/>
            <a:ext cx="1724720" cy="2679887"/>
          </a:xfrm>
          <a:custGeom>
            <a:avLst/>
            <a:gdLst/>
            <a:ahLst/>
            <a:cxnLst/>
            <a:rect l="l" t="t" r="r" b="b"/>
            <a:pathLst>
              <a:path w="1293540" h="1944216">
                <a:moveTo>
                  <a:pt x="0" y="0"/>
                </a:moveTo>
                <a:lnTo>
                  <a:pt x="540405" y="0"/>
                </a:lnTo>
                <a:lnTo>
                  <a:pt x="611560" y="0"/>
                </a:lnTo>
                <a:lnTo>
                  <a:pt x="1293540" y="0"/>
                </a:lnTo>
                <a:lnTo>
                  <a:pt x="534507" y="1944216"/>
                </a:lnTo>
                <a:lnTo>
                  <a:pt x="0" y="19442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6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297363" y="542955"/>
            <a:ext cx="3302021" cy="2677425"/>
          </a:xfrm>
          <a:prstGeom prst="parallelogram">
            <a:avLst>
              <a:gd name="adj" fmla="val 38849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8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5819699" y="542955"/>
            <a:ext cx="3302021" cy="2677425"/>
          </a:xfrm>
          <a:prstGeom prst="parallelogram">
            <a:avLst>
              <a:gd name="adj" fmla="val 38849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9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3342036" y="542955"/>
            <a:ext cx="3302021" cy="2677425"/>
          </a:xfrm>
          <a:prstGeom prst="parallelogram">
            <a:avLst>
              <a:gd name="adj" fmla="val 38849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864374" y="542955"/>
            <a:ext cx="3302021" cy="2677425"/>
          </a:xfrm>
          <a:prstGeom prst="parallelogram">
            <a:avLst>
              <a:gd name="adj" fmla="val 38849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28906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553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A8672015-9EB8-4432-88B6-7F04596A16A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0338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908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23B902C7-8AEF-4A99-A35E-C4E754D4ECD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29376" y="4031265"/>
            <a:ext cx="5235438" cy="22953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6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76259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6270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4328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9729818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121685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A92E5BB-83C1-40DF-AD70-3E8DE1BEB5FD}" type="datetime1">
              <a:rPr lang="zh-TW" altLang="en-US"/>
              <a:pPr>
                <a:defRPr/>
              </a:pPr>
              <a:t>2026/3/10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342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B45EEEE-EFF3-437A-8E25-82B1E4C0AE6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76" r:id="rId3"/>
    <p:sldLayoutId id="2147484081" r:id="rId4"/>
    <p:sldLayoutId id="2147484077" r:id="rId5"/>
    <p:sldLayoutId id="2147484082" r:id="rId6"/>
    <p:sldLayoutId id="2147484078" r:id="rId7"/>
    <p:sldLayoutId id="2147484083" r:id="rId8"/>
    <p:sldLayoutId id="2147484079" r:id="rId9"/>
    <p:sldLayoutId id="2147484084" r:id="rId10"/>
    <p:sldLayoutId id="2147484080" r:id="rId11"/>
    <p:sldLayoutId id="2147484085" r:id="rId12"/>
    <p:sldLayoutId id="214748400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新細明體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400" kern="1200">
          <a:solidFill>
            <a:schemeClr val="tx1"/>
          </a:solidFill>
          <a:latin typeface="微軟正黑體"/>
          <a:ea typeface="微軟正黑體"/>
          <a:cs typeface="微軟正黑體"/>
        </a:defRPr>
      </a:lvl1pPr>
      <a:lvl2pPr marL="914400" indent="-4572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400" kern="1200">
          <a:solidFill>
            <a:schemeClr val="tx1"/>
          </a:solidFill>
          <a:latin typeface="微軟正黑體"/>
          <a:ea typeface="微軟正黑體"/>
          <a:cs typeface="微軟正黑體"/>
        </a:defRPr>
      </a:lvl2pPr>
      <a:lvl3pPr marL="12573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新細明體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14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  <p:sldLayoutId id="2147484036" r:id="rId13"/>
    <p:sldLayoutId id="2147484037" r:id="rId14"/>
    <p:sldLayoutId id="2147484038" r:id="rId15"/>
    <p:sldLayoutId id="2147484039" r:id="rId16"/>
    <p:sldLayoutId id="2147484040" r:id="rId17"/>
    <p:sldLayoutId id="2147484041" r:id="rId18"/>
    <p:sldLayoutId id="214748404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21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  <p:sldLayoutId id="2147484055" r:id="rId12"/>
    <p:sldLayoutId id="2147484056" r:id="rId13"/>
    <p:sldLayoutId id="2147484057" r:id="rId14"/>
    <p:sldLayoutId id="2147484058" r:id="rId15"/>
    <p:sldLayoutId id="2147484059" r:id="rId16"/>
    <p:sldLayoutId id="2147484060" r:id="rId17"/>
    <p:sldLayoutId id="2147484061" r:id="rId18"/>
    <p:sldLayoutId id="214748406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矩形 1"/>
          <p:cNvSpPr>
            <a:spLocks noChangeArrowheads="1"/>
          </p:cNvSpPr>
          <p:nvPr/>
        </p:nvSpPr>
        <p:spPr bwMode="auto">
          <a:xfrm>
            <a:off x="155575" y="6572250"/>
            <a:ext cx="44116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Copyright© 2025 PANJIT International Inc. All rights reserved.</a:t>
            </a:r>
            <a:endParaRPr kumimoji="0" lang="zh-TW" altLang="en-US" sz="1100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6148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6688" y="5702300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3"/>
          <p:cNvSpPr txBox="1">
            <a:spLocks noChangeArrowheads="1"/>
          </p:cNvSpPr>
          <p:nvPr/>
        </p:nvSpPr>
        <p:spPr bwMode="auto">
          <a:xfrm>
            <a:off x="1047032" y="2583043"/>
            <a:ext cx="1009793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None/>
            </a:pPr>
            <a:r>
              <a:rPr kumimoji="0" lang="zh-TW" altLang="en-US" sz="4000" b="1" dirty="0">
                <a:solidFill>
                  <a:srgbClr val="0075C2"/>
                </a:solidFill>
                <a:latin typeface="+mj-lt"/>
                <a:cs typeface="Arial" panose="020B0604020202020204" pitchFamily="34" charset="0"/>
              </a:rPr>
              <a:t>專案管理</a:t>
            </a:r>
            <a:r>
              <a:rPr kumimoji="0" lang="en-US" altLang="zh-TW" sz="4000" b="1" dirty="0">
                <a:solidFill>
                  <a:srgbClr val="0075C2"/>
                </a:solidFill>
                <a:latin typeface="+mj-lt"/>
                <a:cs typeface="Arial" panose="020B0604020202020204" pitchFamily="34" charset="0"/>
              </a:rPr>
              <a:t>AI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786B98-CDE5-364E-B179-61583BC173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Alison Chen</a:t>
            </a:r>
          </a:p>
          <a:p>
            <a:r>
              <a:rPr lang="en-US" altLang="zh-TW" dirty="0"/>
              <a:t>2026.02.10</a:t>
            </a:r>
            <a:endParaRPr lang="zh-TW" altLang="en-US" dirty="0"/>
          </a:p>
        </p:txBody>
      </p:sp>
      <p:pic>
        <p:nvPicPr>
          <p:cNvPr id="4" name="圖片 3" descr="一張含有 玩具, 卡通, 塑像 的圖片&#10;&#10;AI 產生的內容可能不正確。">
            <a:extLst>
              <a:ext uri="{FF2B5EF4-FFF2-40B4-BE49-F238E27FC236}">
                <a16:creationId xmlns:a16="http://schemas.microsoft.com/office/drawing/2014/main" id="{6B9BBCD5-C6E3-B654-9AAA-272CF6FFE0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2583043"/>
            <a:ext cx="5410408" cy="298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26162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5960-7358-A945-F13A-0EAD1DCA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68A5782-76F9-F855-7E44-9077BAB01F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2026.03.10 </a:t>
            </a:r>
            <a:r>
              <a:rPr lang="en-US" altLang="zh-TW" dirty="0"/>
              <a:t>Feedback</a:t>
            </a:r>
            <a:endParaRPr lang="zh-TW" altLang="en-US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A99F7336-9978-0385-EAF4-95090CDC2B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061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2BB1FB1-8A65-06E8-47B0-C7E469B96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altLang="zh-TW" dirty="0"/>
              <a:t>Filter by BU/DU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可以</a:t>
            </a:r>
            <a:r>
              <a:rPr lang="en-US" altLang="zh-TW" dirty="0"/>
              <a:t>”</a:t>
            </a:r>
            <a:r>
              <a:rPr lang="zh-TW" altLang="en-US" dirty="0"/>
              <a:t>全部</a:t>
            </a:r>
            <a:r>
              <a:rPr lang="en-US" altLang="zh-TW" dirty="0"/>
              <a:t>“</a:t>
            </a:r>
            <a:r>
              <a:rPr lang="zh-TW" altLang="en-US" dirty="0"/>
              <a:t>看到</a:t>
            </a:r>
            <a:r>
              <a:rPr lang="en-US" altLang="zh-TW" dirty="0"/>
              <a:t>T1/T2/T3/CIP</a:t>
            </a:r>
            <a:r>
              <a:rPr lang="zh-TW" altLang="en-US" dirty="0"/>
              <a:t>各自統計總表數據</a:t>
            </a:r>
            <a:endParaRPr lang="en-US" altLang="zh-TW" dirty="0"/>
          </a:p>
          <a:p>
            <a:pPr>
              <a:buFont typeface="+mj-lt"/>
              <a:buAutoNum type="arabicPeriod"/>
            </a:pPr>
            <a:r>
              <a:rPr lang="zh-TW" altLang="en-US" dirty="0"/>
              <a:t>平均進度暫不顯示</a:t>
            </a:r>
            <a:endParaRPr lang="en-US" altLang="zh-TW" dirty="0"/>
          </a:p>
          <a:p>
            <a:pPr>
              <a:buFont typeface="+mj-lt"/>
              <a:buAutoNum type="arabicPeriod"/>
            </a:pPr>
            <a:r>
              <a:rPr lang="zh-TW" altLang="en-US" dirty="0"/>
              <a:t>預算使用率：下一頁圖示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34D10A4-0CCC-2814-5C96-D19352E78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儀表板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5210E36-B31C-6C63-D37E-17729E7EE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19" y="3029552"/>
            <a:ext cx="8616279" cy="382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47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AC18CA9-6338-662F-BCD0-9D8330136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7724A85-7946-340A-B168-210DF543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概覽</a:t>
            </a:r>
            <a:r>
              <a:rPr lang="en-US" altLang="zh-TW" dirty="0"/>
              <a:t>-</a:t>
            </a:r>
            <a:r>
              <a:rPr lang="zh-TW" altLang="en-US" dirty="0"/>
              <a:t>投資預算</a:t>
            </a:r>
            <a:r>
              <a:rPr lang="en-US" altLang="zh-TW" dirty="0"/>
              <a:t>/ROI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8F75A50-8FA7-C4B9-849B-4EA4F389F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7" y="986402"/>
            <a:ext cx="9383434" cy="513469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A83D258-754B-84E3-E293-D1C9BA574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316" y="1909029"/>
            <a:ext cx="8791684" cy="494906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38D7E92-FC13-1A90-43F1-D4DCA9972188}"/>
              </a:ext>
            </a:extLst>
          </p:cNvPr>
          <p:cNvSpPr txBox="1"/>
          <p:nvPr/>
        </p:nvSpPr>
        <p:spPr>
          <a:xfrm>
            <a:off x="6898454" y="357045"/>
            <a:ext cx="5304725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設備投資方案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預估→前頁預算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設備投資方案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實際發生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前頁花費總額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ROI=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圖表右邊的資訊，需要有欄位紀錄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維護</a:t>
            </a:r>
          </a:p>
        </p:txBody>
      </p:sp>
    </p:spTree>
    <p:extLst>
      <p:ext uri="{BB962C8B-B14F-4D97-AF65-F5344CB8AC3E}">
        <p14:creationId xmlns:p14="http://schemas.microsoft.com/office/powerpoint/2010/main" val="320718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470FCDE-BAF7-81EB-B53E-0689C4EE1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確認追蹤流程，目前尚未上線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7FA6AD6-2411-0516-DE63-7F534532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追蹤流程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7EFE547-F7D9-56B1-48ED-653118632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6369"/>
            <a:ext cx="12192000" cy="232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9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9662F-0F3C-116E-BC31-4F613CEA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98E2CF-0920-2AD1-A308-4EB0ABA22F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2026.02.23 Feedback</a:t>
            </a:r>
            <a:endParaRPr lang="zh-TW" altLang="en-US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BC4F2ED8-A2BD-3B9F-A125-C725C1BE28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348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8C4F1AB-5F65-AAB2-C629-F3941C9C9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應該改為</a:t>
            </a:r>
            <a:r>
              <a:rPr lang="en-US" altLang="zh-TW" dirty="0"/>
              <a:t>“</a:t>
            </a:r>
            <a:r>
              <a:rPr lang="zh-TW" altLang="en-US" dirty="0"/>
              <a:t>部門</a:t>
            </a:r>
            <a:r>
              <a:rPr lang="en-US" altLang="zh-TW" dirty="0"/>
              <a:t>”</a:t>
            </a:r>
            <a:r>
              <a:rPr lang="zh-TW" altLang="en-US" dirty="0"/>
              <a:t>、</a:t>
            </a:r>
            <a:r>
              <a:rPr lang="en-US" altLang="zh-TW" dirty="0"/>
              <a:t>”</a:t>
            </a:r>
            <a:r>
              <a:rPr lang="zh-TW" altLang="en-US" dirty="0"/>
              <a:t>職稱</a:t>
            </a:r>
            <a:r>
              <a:rPr lang="en-US" altLang="zh-TW" dirty="0"/>
              <a:t>“</a:t>
            </a:r>
            <a:r>
              <a:rPr lang="zh-TW" altLang="en-US" dirty="0"/>
              <a:t>、</a:t>
            </a:r>
            <a:r>
              <a:rPr lang="en-US" altLang="zh-TW" dirty="0"/>
              <a:t>ARCI</a:t>
            </a:r>
          </a:p>
          <a:p>
            <a:r>
              <a:rPr lang="zh-TW" altLang="en-US" dirty="0"/>
              <a:t>部門</a:t>
            </a:r>
            <a:r>
              <a:rPr lang="en-US" altLang="zh-TW" dirty="0"/>
              <a:t>&amp;</a:t>
            </a:r>
            <a:r>
              <a:rPr lang="zh-TW" altLang="en-US" dirty="0"/>
              <a:t>職稱可以用下拉選單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614108B-B6A2-637E-4DE1-188F87427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角色的部分</a:t>
            </a:r>
          </a:p>
        </p:txBody>
      </p:sp>
      <p:pic>
        <p:nvPicPr>
          <p:cNvPr id="5" name="圖片 4" descr="一張含有 文字, 軟體, 電腦圖示, 數字 的圖片&#10;&#10;AI 產生的內容可能不正確。">
            <a:extLst>
              <a:ext uri="{FF2B5EF4-FFF2-40B4-BE49-F238E27FC236}">
                <a16:creationId xmlns:a16="http://schemas.microsoft.com/office/drawing/2014/main" id="{6BB6C7AA-FA15-D5CE-5214-0E3FFF86E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585" y="2348880"/>
            <a:ext cx="9606390" cy="433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2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3FDC327-F736-9DA3-7A9B-B544B8D28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期程不一定是以周為單位，可以改成“日曆天”，也可以開放填寫日期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2B2ABDB-29C8-2F11-E99B-46A49F4E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B88EF17-DA75-261C-F3F4-DD8219BF4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725" y="3584950"/>
            <a:ext cx="9221670" cy="330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1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4391084-E6CB-44C4-9CB9-C3386B29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 descr="一張含有 文字, 數字, 字型, 軟體 的圖片&#10;&#10;AI 產生的內容可能不正確。">
            <a:extLst>
              <a:ext uri="{FF2B5EF4-FFF2-40B4-BE49-F238E27FC236}">
                <a16:creationId xmlns:a16="http://schemas.microsoft.com/office/drawing/2014/main" id="{76F5AE8E-4789-D830-D1B4-5DD84F036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44" y="1376937"/>
            <a:ext cx="11826111" cy="464418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4ABFC5-2563-C5E8-7446-C01769A77B1B}"/>
              </a:ext>
            </a:extLst>
          </p:cNvPr>
          <p:cNvSpPr/>
          <p:nvPr/>
        </p:nvSpPr>
        <p:spPr>
          <a:xfrm>
            <a:off x="163379" y="1673806"/>
            <a:ext cx="1395155" cy="540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B53B4A-2ABD-5038-03C6-2B14C73F20AC}"/>
              </a:ext>
            </a:extLst>
          </p:cNvPr>
          <p:cNvSpPr/>
          <p:nvPr/>
        </p:nvSpPr>
        <p:spPr>
          <a:xfrm>
            <a:off x="8706290" y="3879050"/>
            <a:ext cx="3302765" cy="99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2AF50E-383F-7395-6FD9-20C1BE7A0664}"/>
              </a:ext>
            </a:extLst>
          </p:cNvPr>
          <p:cNvSpPr txBox="1"/>
          <p:nvPr/>
        </p:nvSpPr>
        <p:spPr>
          <a:xfrm>
            <a:off x="1685510" y="5814265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無法查看所有里程碑進行想要的更新</a:t>
            </a:r>
          </a:p>
        </p:txBody>
      </p:sp>
    </p:spTree>
    <p:extLst>
      <p:ext uri="{BB962C8B-B14F-4D97-AF65-F5344CB8AC3E}">
        <p14:creationId xmlns:p14="http://schemas.microsoft.com/office/powerpoint/2010/main" val="3867471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FCA1B-7944-07D5-31B7-0CC5EB9E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6B1A2E7-EBD5-EDCF-DE51-8A086D19DE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2026.02.11 Feedback</a:t>
            </a:r>
            <a:endParaRPr lang="zh-TW" altLang="en-US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AAD805BF-0871-82E2-464A-6756E109AE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746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B7CB556-DD85-D7A5-C31B-64DEB5B45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團隊成員：需區分出</a:t>
            </a:r>
            <a:r>
              <a:rPr lang="en-US" altLang="zh-TW" dirty="0"/>
              <a:t>ARCI</a:t>
            </a:r>
          </a:p>
          <a:p>
            <a:r>
              <a:rPr lang="zh-TW" altLang="en-US" dirty="0"/>
              <a:t>部門</a:t>
            </a:r>
            <a:r>
              <a:rPr lang="en-US" altLang="zh-TW" dirty="0"/>
              <a:t>+</a:t>
            </a:r>
            <a:r>
              <a:rPr lang="zh-TW" altLang="en-US" dirty="0"/>
              <a:t>成員</a:t>
            </a:r>
            <a:r>
              <a:rPr lang="en-US" altLang="zh-TW" dirty="0"/>
              <a:t>+</a:t>
            </a:r>
            <a:r>
              <a:rPr lang="zh-TW" altLang="en-US" dirty="0"/>
              <a:t>貢獻內容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58B389B-DEE6-700D-E58B-E6B6D86D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645AEFF8-D51E-94D2-C1FD-46C725146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710" y="2048689"/>
            <a:ext cx="8706290" cy="46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447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39747FB-8577-7430-46A2-153E4B219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43736"/>
            <a:ext cx="4046240" cy="5082428"/>
          </a:xfrm>
        </p:spPr>
        <p:txBody>
          <a:bodyPr/>
          <a:lstStyle/>
          <a:p>
            <a:r>
              <a:rPr lang="zh-TW" altLang="en-US" dirty="0"/>
              <a:t>專案看板內的專案，與我的任務顯示的內容不同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391ECDF-5FF5-44E2-9357-2EEDA9FB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E9A0C9AA-00C2-509A-B923-1706A11BB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40" y="1283789"/>
            <a:ext cx="7536160" cy="2527753"/>
          </a:xfrm>
          <a:prstGeom prst="rect">
            <a:avLst/>
          </a:prstGeom>
        </p:spPr>
      </p:pic>
      <p:pic>
        <p:nvPicPr>
          <p:cNvPr id="7" name="圖片 6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B90FCD05-AED7-372A-B8A9-0FDDDF853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748" y="4081595"/>
            <a:ext cx="7390878" cy="277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11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4044A9F-4DE4-3BF0-1EDF-316B61DB7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因我的任務內的內容與專案新增的不一致，無法測試流程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2F7338C-08CF-2DEC-A341-97AF790F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98E8A17B-6B30-B2AD-B243-5290B85B6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20" y="2934021"/>
            <a:ext cx="6634322" cy="382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14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67AEFB3-8675-C03C-C37E-5C8689E84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無法於這個畫面新增</a:t>
            </a:r>
            <a:r>
              <a:rPr lang="en-US" altLang="zh-TW" dirty="0"/>
              <a:t>milestone </a:t>
            </a:r>
            <a:r>
              <a:rPr lang="zh-TW" altLang="en-US" dirty="0"/>
              <a:t>、</a:t>
            </a:r>
            <a:r>
              <a:rPr lang="en-US" altLang="zh-TW" dirty="0"/>
              <a:t>task</a:t>
            </a:r>
            <a:r>
              <a:rPr lang="zh-TW" altLang="en-US" dirty="0"/>
              <a:t>、</a:t>
            </a:r>
            <a:r>
              <a:rPr lang="en-US" altLang="zh-TW" dirty="0"/>
              <a:t>sub-task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E8C1F86-B2CA-CC11-73B1-50F85B78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4163EC7-F8B6-00B2-3605-1A001743D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555" y="3564015"/>
            <a:ext cx="9831415" cy="283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51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A98DD05-2E89-D65D-9CC6-421B3A068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希望在這個頁面可以增刪修</a:t>
            </a:r>
            <a:endParaRPr lang="en-US" altLang="zh-TW" dirty="0"/>
          </a:p>
          <a:p>
            <a:pPr>
              <a:buFont typeface="+mj-lt"/>
              <a:buAutoNum type="arabicPeriod"/>
            </a:pPr>
            <a:r>
              <a:rPr lang="zh-TW" altLang="en-US" dirty="0"/>
              <a:t>里程碑主題、時間</a:t>
            </a:r>
            <a:r>
              <a:rPr lang="en-US" altLang="zh-TW" dirty="0"/>
              <a:t>(</a:t>
            </a:r>
            <a:r>
              <a:rPr lang="zh-TW" altLang="en-US" dirty="0"/>
              <a:t>需跑流程</a:t>
            </a:r>
            <a:r>
              <a:rPr lang="en-US" altLang="zh-TW" dirty="0"/>
              <a:t>)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里程碑的任務</a:t>
            </a:r>
            <a:r>
              <a:rPr lang="en-US" altLang="zh-TW" dirty="0"/>
              <a:t>/</a:t>
            </a:r>
            <a:r>
              <a:rPr lang="zh-TW" altLang="en-US" dirty="0"/>
              <a:t>子任務</a:t>
            </a:r>
            <a:endParaRPr lang="en-US" altLang="zh-TW" dirty="0"/>
          </a:p>
          <a:p>
            <a:pPr>
              <a:buFont typeface="+mj-lt"/>
              <a:buAutoNum type="arabicPeriod"/>
            </a:pPr>
            <a:r>
              <a:rPr lang="zh-TW" altLang="en-US" dirty="0"/>
              <a:t>專案的基本內容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97CAC50-7E5C-4B7C-DA81-9E53E67C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F46B571C-7876-5E33-393A-2343E946A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414" y="2348880"/>
            <a:ext cx="8016691" cy="413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58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EFF453C-F67D-C4E9-E83A-3D4414909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EEDE263-BD5D-5DED-500D-54BCBDFE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BF532BCA-2644-4C6E-EDFB-A03EBB42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223390"/>
            <a:ext cx="11622122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2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FD99076-5343-12AC-60DA-F3F7542668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2026.02.10 Feedback</a:t>
            </a:r>
            <a:endParaRPr lang="zh-TW" altLang="en-US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88FFBFD9-1AEA-CD04-A409-B7963A4129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168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2679B09-2F52-5AC9-807F-19BCE40E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「預算」改為 「投資預算」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9E40DB3-2B3A-9895-87E5-66156236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建立新專案－基本資訊</a:t>
            </a:r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EEFE174-FA58-5D6E-939A-9E0C39875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83895"/>
            <a:ext cx="10106569" cy="404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08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E46BC62-050F-F14F-2F7C-CB9BCCD40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專案目標， 新增文字說明：</a:t>
            </a:r>
            <a:r>
              <a:rPr lang="zh-TW" altLang="en-US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專案目標（</a:t>
            </a:r>
            <a:r>
              <a:rPr lang="en-US" altLang="zh-TW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SMART </a:t>
            </a:r>
            <a:r>
              <a:rPr lang="zh-TW" altLang="en-US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原則：具體、可衡量、可達成、相關性、時限性）</a:t>
            </a:r>
            <a:endParaRPr lang="en-US" altLang="zh-TW" b="1" kern="0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en-US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新增預期效益欄位</a:t>
            </a:r>
            <a:endParaRPr lang="en-US" altLang="zh-TW" kern="0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B8CD4D0-0DF0-6DFC-F723-2F70EA0D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建立新專案－專案定義</a:t>
            </a:r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30FFEA3-0A20-5E05-E63F-55C6673B6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505" y="1865618"/>
            <a:ext cx="8335495" cy="499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93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9CF0BF8-29B3-CC61-C3FF-37F3E4E53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可以直接拖移里程碑改變順序</a:t>
            </a:r>
            <a:endParaRPr lang="en-US" altLang="zh-TW" dirty="0"/>
          </a:p>
          <a:p>
            <a:r>
              <a:rPr lang="zh-TW" altLang="en-US" dirty="0"/>
              <a:t>新增里程碑需要幾周的時間，讓系統自動計算</a:t>
            </a:r>
            <a:endParaRPr lang="en-US" altLang="zh-TW" dirty="0"/>
          </a:p>
          <a:p>
            <a:r>
              <a:rPr lang="zh-TW" altLang="en-US" dirty="0"/>
              <a:t>在每一個跳頁，都可以先暫存，以防同仁無法一次完成</a:t>
            </a:r>
            <a:endParaRPr lang="en-US" altLang="zh-TW" dirty="0"/>
          </a:p>
          <a:p>
            <a:r>
              <a:rPr lang="zh-TW" altLang="en-US" dirty="0"/>
              <a:t>里程碑可以根據選擇的專案類型，有一些下拉的選項可選擇</a:t>
            </a: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A22BE68-30F6-9D55-295B-8A96128F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建立新專案－３</a:t>
            </a:r>
          </a:p>
        </p:txBody>
      </p:sp>
      <p:pic>
        <p:nvPicPr>
          <p:cNvPr id="7" name="圖片 6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6341D03C-6F14-BA12-F69B-EB43650AE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930" y="3056417"/>
            <a:ext cx="6276020" cy="340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85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EB41E41-ACA8-959C-730D-14C498A16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如果里程碑完成時間，超過專案的結束時間，要跳防呆跳窗，看要調整哪個項目？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1CBE933-7654-092B-053E-2DBD819C7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建立新專案－４</a:t>
            </a:r>
          </a:p>
        </p:txBody>
      </p:sp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A5D9597A-EEB1-D189-5300-131687CBA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500" y="2512185"/>
            <a:ext cx="7401145" cy="423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1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20CC710-CC69-C2A7-840D-573A1D5E8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匯出</a:t>
            </a:r>
            <a:r>
              <a:rPr lang="en-US" altLang="zh-TW" dirty="0"/>
              <a:t>pdf</a:t>
            </a:r>
            <a:r>
              <a:rPr lang="zh-TW" altLang="en-US" dirty="0"/>
              <a:t>功能無法使用</a:t>
            </a:r>
            <a:endParaRPr lang="en-US" altLang="zh-TW" dirty="0"/>
          </a:p>
          <a:p>
            <a:r>
              <a:rPr lang="zh-TW" altLang="en-US" dirty="0"/>
              <a:t>希望可以圈選需要匯出的專案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D73CAE-DE36-41C7-62BD-29C87EA10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匯出報告</a:t>
            </a:r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17C0D8C-D234-4F48-AC84-8B7CDDB8B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0" y="2892424"/>
            <a:ext cx="12192000" cy="292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22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5D4255-3D1E-2367-C3CA-CA4E8AAB8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沒有可以新增進度的欄位？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3594583-D3A3-93C3-9EDE-274C9477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其它</a:t>
            </a:r>
          </a:p>
        </p:txBody>
      </p:sp>
    </p:spTree>
    <p:extLst>
      <p:ext uri="{BB962C8B-B14F-4D97-AF65-F5344CB8AC3E}">
        <p14:creationId xmlns:p14="http://schemas.microsoft.com/office/powerpoint/2010/main" val="3881714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6688" y="5702300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矩形 1"/>
          <p:cNvSpPr>
            <a:spLocks noChangeArrowheads="1"/>
          </p:cNvSpPr>
          <p:nvPr/>
        </p:nvSpPr>
        <p:spPr bwMode="auto">
          <a:xfrm>
            <a:off x="200025" y="6572250"/>
            <a:ext cx="44116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Copyright</a:t>
            </a:r>
            <a:r>
              <a:rPr kumimoji="0" lang="en-US" altLang="zh-TW" sz="110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© 2025 </a:t>
            </a:r>
            <a:r>
              <a:rPr kumimoji="0" lang="en-US" altLang="zh-TW" sz="1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PANJIT International Inc. All rights reserved.</a:t>
            </a:r>
            <a:endParaRPr kumimoji="0" lang="zh-TW" altLang="en-US" sz="1100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3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62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A876B"/>
      </a:accent1>
      <a:accent2>
        <a:srgbClr val="4D9724"/>
      </a:accent2>
      <a:accent3>
        <a:srgbClr val="90B141"/>
      </a:accent3>
      <a:accent4>
        <a:srgbClr val="CEDD46"/>
      </a:accent4>
      <a:accent5>
        <a:srgbClr val="1C4335"/>
      </a:accent5>
      <a:accent6>
        <a:srgbClr val="2E5B1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ontents Slide Master">
  <a:themeElements>
    <a:clrScheme name="Custom 1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1BCB9"/>
      </a:accent1>
      <a:accent2>
        <a:srgbClr val="BED381"/>
      </a:accent2>
      <a:accent3>
        <a:srgbClr val="63C7EE"/>
      </a:accent3>
      <a:accent4>
        <a:srgbClr val="E86162"/>
      </a:accent4>
      <a:accent5>
        <a:srgbClr val="7F7F7F"/>
      </a:accent5>
      <a:accent6>
        <a:srgbClr val="134055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96408</TotalTime>
  <Words>456</Words>
  <Application>Microsoft Office PowerPoint</Application>
  <PresentationFormat>寬螢幕</PresentationFormat>
  <Paragraphs>57</Paragraphs>
  <Slides>24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微軟正黑體</vt:lpstr>
      <vt:lpstr>Arial</vt:lpstr>
      <vt:lpstr>Calibri</vt:lpstr>
      <vt:lpstr>Wingdings</vt:lpstr>
      <vt:lpstr>自訂設計</vt:lpstr>
      <vt:lpstr>Contents Slide Master</vt:lpstr>
      <vt:lpstr>1_Contents Slide Master</vt:lpstr>
      <vt:lpstr>PowerPoint 簡報</vt:lpstr>
      <vt:lpstr>2026.03.10 Feedback</vt:lpstr>
      <vt:lpstr>儀表板</vt:lpstr>
      <vt:lpstr>概覽-投資預算/ROI</vt:lpstr>
      <vt:lpstr>追蹤流程</vt:lpstr>
      <vt:lpstr>2026.02.23 Feedback</vt:lpstr>
      <vt:lpstr>角色的部分</vt:lpstr>
      <vt:lpstr>PowerPoint 簡報</vt:lpstr>
      <vt:lpstr>PowerPoint 簡報</vt:lpstr>
      <vt:lpstr>2026.02.11 Feedback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2026.02.10 Feedback</vt:lpstr>
      <vt:lpstr>建立新專案－基本資訊</vt:lpstr>
      <vt:lpstr>建立新專案－專案定義</vt:lpstr>
      <vt:lpstr>建立新專案－３</vt:lpstr>
      <vt:lpstr>建立新專案－４</vt:lpstr>
      <vt:lpstr>匯出報告</vt:lpstr>
      <vt:lpstr>其它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cindy013</dc:creator>
  <cp:lastModifiedBy>alisonchen 陳宜雯</cp:lastModifiedBy>
  <cp:revision>2912</cp:revision>
  <cp:lastPrinted>2025-06-24T02:57:09Z</cp:lastPrinted>
  <dcterms:created xsi:type="dcterms:W3CDTF">2018-01-19T10:00:27Z</dcterms:created>
  <dcterms:modified xsi:type="dcterms:W3CDTF">2026-03-10T09:29:10Z</dcterms:modified>
</cp:coreProperties>
</file>